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85" r:id="rId5"/>
    <p:sldId id="286" r:id="rId6"/>
    <p:sldId id="284"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5132E2-2918-4CB0-C085-AB2425F68203}" v="100" dt="2026-05-19T06:18:53.185"/>
    <p1510:client id="{625AB262-E08E-49A8-9D45-866F969F66A3}" v="8" dt="2026-05-19T07:19:10.373"/>
    <p1510:client id="{7344F65B-E74A-F1B6-0DC9-575036FBA504}" v="9" dt="2026-05-19T05:39:16.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V ANAND" userId="3266519d19b11ace" providerId="LiveId" clId="{B00D9515-5694-4067-98DE-D1474E7120A5}"/>
    <pc:docChg chg="undo custSel modSld">
      <pc:chgData name="ABHINAV ANAND" userId="3266519d19b11ace" providerId="LiveId" clId="{B00D9515-5694-4067-98DE-D1474E7120A5}" dt="2026-05-19T07:19:47.702" v="148" actId="207"/>
      <pc:docMkLst>
        <pc:docMk/>
      </pc:docMkLst>
      <pc:sldChg chg="addSp delSp modSp mod delDesignElem">
        <pc:chgData name="ABHINAV ANAND" userId="3266519d19b11ace" providerId="LiveId" clId="{B00D9515-5694-4067-98DE-D1474E7120A5}" dt="2026-05-19T07:19:47.702" v="148" actId="207"/>
        <pc:sldMkLst>
          <pc:docMk/>
          <pc:sldMk cId="3006181326" sldId="256"/>
        </pc:sldMkLst>
        <pc:spChg chg="add mod">
          <ac:chgData name="ABHINAV ANAND" userId="3266519d19b11ace" providerId="LiveId" clId="{B00D9515-5694-4067-98DE-D1474E7120A5}" dt="2026-05-19T07:19:40.442" v="147" actId="20577"/>
          <ac:spMkLst>
            <pc:docMk/>
            <pc:sldMk cId="3006181326" sldId="256"/>
            <ac:spMk id="10" creationId="{7C8486DB-D413-5463-59F9-97F375568567}"/>
          </ac:spMkLst>
        </pc:spChg>
        <pc:spChg chg="add mod">
          <ac:chgData name="ABHINAV ANAND" userId="3266519d19b11ace" providerId="LiveId" clId="{B00D9515-5694-4067-98DE-D1474E7120A5}" dt="2026-05-19T07:19:47.702" v="148" actId="207"/>
          <ac:spMkLst>
            <pc:docMk/>
            <pc:sldMk cId="3006181326" sldId="256"/>
            <ac:spMk id="12" creationId="{4F3D18F3-2E82-7DF8-6FAB-95CFAF8ADB18}"/>
          </ac:spMkLst>
        </pc:spChg>
        <pc:spChg chg="add del">
          <ac:chgData name="ABHINAV ANAND" userId="3266519d19b11ace" providerId="LiveId" clId="{B00D9515-5694-4067-98DE-D1474E7120A5}" dt="2026-05-19T07:06:54.804" v="57"/>
          <ac:spMkLst>
            <pc:docMk/>
            <pc:sldMk cId="3006181326" sldId="256"/>
            <ac:spMk id="32" creationId="{A8384FB5-9ADC-4DDC-881B-597D56F5B15D}"/>
          </ac:spMkLst>
        </pc:spChg>
        <pc:spChg chg="add del">
          <ac:chgData name="ABHINAV ANAND" userId="3266519d19b11ace" providerId="LiveId" clId="{B00D9515-5694-4067-98DE-D1474E7120A5}" dt="2026-05-19T07:06:54.804" v="57"/>
          <ac:spMkLst>
            <pc:docMk/>
            <pc:sldMk cId="3006181326" sldId="256"/>
            <ac:spMk id="33" creationId="{1199E1B1-A8C0-4FE8-A5A8-1CB41D69F857}"/>
          </ac:spMkLst>
        </pc:spChg>
        <pc:spChg chg="add del">
          <ac:chgData name="ABHINAV ANAND" userId="3266519d19b11ace" providerId="LiveId" clId="{B00D9515-5694-4067-98DE-D1474E7120A5}" dt="2026-05-19T07:06:54.804" v="57"/>
          <ac:spMkLst>
            <pc:docMk/>
            <pc:sldMk cId="3006181326" sldId="256"/>
            <ac:spMk id="34" creationId="{84A8DE83-DE75-4B41-9DB4-A7EC0B0DEC0B}"/>
          </ac:spMkLst>
        </pc:spChg>
        <pc:spChg chg="add del">
          <ac:chgData name="ABHINAV ANAND" userId="3266519d19b11ace" providerId="LiveId" clId="{B00D9515-5694-4067-98DE-D1474E7120A5}" dt="2026-05-19T07:06:54.804" v="57"/>
          <ac:spMkLst>
            <pc:docMk/>
            <pc:sldMk cId="3006181326" sldId="256"/>
            <ac:spMk id="35" creationId="{A7009A0A-BEF5-4EAC-AF15-E4F9F002E239}"/>
          </ac:spMkLst>
        </pc:spChg>
        <pc:picChg chg="mod">
          <ac:chgData name="ABHINAV ANAND" userId="3266519d19b11ace" providerId="LiveId" clId="{B00D9515-5694-4067-98DE-D1474E7120A5}" dt="2026-05-19T07:06:50.379" v="52" actId="14100"/>
          <ac:picMkLst>
            <pc:docMk/>
            <pc:sldMk cId="3006181326" sldId="256"/>
            <ac:picMk id="5" creationId="{A949ADE8-AD1C-CDF0-CCEA-9CD57371CE44}"/>
          </ac:picMkLst>
        </pc:picChg>
      </pc:sldChg>
      <pc:sldChg chg="modSp mod chgLayout">
        <pc:chgData name="ABHINAV ANAND" userId="3266519d19b11ace" providerId="LiveId" clId="{B00D9515-5694-4067-98DE-D1474E7120A5}" dt="2026-05-19T07:06:52.771" v="55" actId="14100"/>
        <pc:sldMkLst>
          <pc:docMk/>
          <pc:sldMk cId="2050646796" sldId="257"/>
        </pc:sldMkLst>
        <pc:picChg chg="mod">
          <ac:chgData name="ABHINAV ANAND" userId="3266519d19b11ace" providerId="LiveId" clId="{B00D9515-5694-4067-98DE-D1474E7120A5}" dt="2026-05-19T07:06:52.771" v="55" actId="14100"/>
          <ac:picMkLst>
            <pc:docMk/>
            <pc:sldMk cId="2050646796" sldId="257"/>
            <ac:picMk id="7" creationId="{C056B7DE-4AE0-548E-D921-A3BC32DCF3C6}"/>
          </ac:picMkLst>
        </pc:picChg>
      </pc:sldChg>
      <pc:sldChg chg="modSp mod">
        <pc:chgData name="ABHINAV ANAND" userId="3266519d19b11ace" providerId="LiveId" clId="{B00D9515-5694-4067-98DE-D1474E7120A5}" dt="2026-05-19T07:06:53.713" v="56" actId="14100"/>
        <pc:sldMkLst>
          <pc:docMk/>
          <pc:sldMk cId="1765056108" sldId="258"/>
        </pc:sldMkLst>
        <pc:spChg chg="mod">
          <ac:chgData name="ABHINAV ANAND" userId="3266519d19b11ace" providerId="LiveId" clId="{B00D9515-5694-4067-98DE-D1474E7120A5}" dt="2026-05-19T07:06:53.713" v="56" actId="14100"/>
          <ac:spMkLst>
            <pc:docMk/>
            <pc:sldMk cId="1765056108" sldId="258"/>
            <ac:spMk id="5" creationId="{E97E891A-AE2B-5C5B-41DE-DA542210951B}"/>
          </ac:spMkLst>
        </pc:spChg>
      </pc:sldChg>
      <pc:sldChg chg="modSp mod">
        <pc:chgData name="ABHINAV ANAND" userId="3266519d19b11ace" providerId="LiveId" clId="{B00D9515-5694-4067-98DE-D1474E7120A5}" dt="2026-05-19T07:04:34.144" v="26" actId="14100"/>
        <pc:sldMkLst>
          <pc:docMk/>
          <pc:sldMk cId="2881287341" sldId="261"/>
        </pc:sldMkLst>
        <pc:picChg chg="mod">
          <ac:chgData name="ABHINAV ANAND" userId="3266519d19b11ace" providerId="LiveId" clId="{B00D9515-5694-4067-98DE-D1474E7120A5}" dt="2026-05-19T07:04:34.144" v="26" actId="14100"/>
          <ac:picMkLst>
            <pc:docMk/>
            <pc:sldMk cId="2881287341" sldId="261"/>
            <ac:picMk id="11" creationId="{2000BC60-6A6C-CCBF-5310-A5672D879C06}"/>
          </ac:picMkLst>
        </pc:picChg>
      </pc:sldChg>
      <pc:sldChg chg="modSp mod">
        <pc:chgData name="ABHINAV ANAND" userId="3266519d19b11ace" providerId="LiveId" clId="{B00D9515-5694-4067-98DE-D1474E7120A5}" dt="2026-05-19T07:04:39.386" v="27" actId="1076"/>
        <pc:sldMkLst>
          <pc:docMk/>
          <pc:sldMk cId="1037277759" sldId="262"/>
        </pc:sldMkLst>
        <pc:picChg chg="mod">
          <ac:chgData name="ABHINAV ANAND" userId="3266519d19b11ace" providerId="LiveId" clId="{B00D9515-5694-4067-98DE-D1474E7120A5}" dt="2026-05-19T07:04:39.386" v="27" actId="1076"/>
          <ac:picMkLst>
            <pc:docMk/>
            <pc:sldMk cId="1037277759" sldId="262"/>
            <ac:picMk id="9" creationId="{01635F0D-0143-31C9-22A9-CE7A684A4873}"/>
          </ac:picMkLst>
        </pc:picChg>
      </pc:sldChg>
      <pc:sldChg chg="modSp mod">
        <pc:chgData name="ABHINAV ANAND" userId="3266519d19b11ace" providerId="LiveId" clId="{B00D9515-5694-4067-98DE-D1474E7120A5}" dt="2026-05-19T07:07:30.238" v="58" actId="1076"/>
        <pc:sldMkLst>
          <pc:docMk/>
          <pc:sldMk cId="2135074759" sldId="275"/>
        </pc:sldMkLst>
        <pc:picChg chg="mod">
          <ac:chgData name="ABHINAV ANAND" userId="3266519d19b11ace" providerId="LiveId" clId="{B00D9515-5694-4067-98DE-D1474E7120A5}" dt="2026-05-19T07:07:30.238" v="58" actId="1076"/>
          <ac:picMkLst>
            <pc:docMk/>
            <pc:sldMk cId="2135074759" sldId="275"/>
            <ac:picMk id="5" creationId="{C4113289-57AF-0555-1B14-99BF923FCE5B}"/>
          </ac:picMkLst>
        </pc:picChg>
      </pc:sldChg>
      <pc:sldChg chg="modSp mod">
        <pc:chgData name="ABHINAV ANAND" userId="3266519d19b11ace" providerId="LiveId" clId="{B00D9515-5694-4067-98DE-D1474E7120A5}" dt="2026-05-19T07:07:39.168" v="59" actId="1076"/>
        <pc:sldMkLst>
          <pc:docMk/>
          <pc:sldMk cId="545548214" sldId="276"/>
        </pc:sldMkLst>
        <pc:picChg chg="mod">
          <ac:chgData name="ABHINAV ANAND" userId="3266519d19b11ace" providerId="LiveId" clId="{B00D9515-5694-4067-98DE-D1474E7120A5}" dt="2026-05-19T07:07:39.168" v="59" actId="1076"/>
          <ac:picMkLst>
            <pc:docMk/>
            <pc:sldMk cId="545548214" sldId="276"/>
            <ac:picMk id="9" creationId="{F1252A4F-BB3C-C307-6586-B235045859BD}"/>
          </ac:picMkLst>
        </pc:picChg>
      </pc:sldChg>
      <pc:sldChg chg="modSp mod">
        <pc:chgData name="ABHINAV ANAND" userId="3266519d19b11ace" providerId="LiveId" clId="{B00D9515-5694-4067-98DE-D1474E7120A5}" dt="2026-05-19T07:07:49.244" v="61" actId="1076"/>
        <pc:sldMkLst>
          <pc:docMk/>
          <pc:sldMk cId="2948870028" sldId="277"/>
        </pc:sldMkLst>
        <pc:picChg chg="mod">
          <ac:chgData name="ABHINAV ANAND" userId="3266519d19b11ace" providerId="LiveId" clId="{B00D9515-5694-4067-98DE-D1474E7120A5}" dt="2026-05-19T07:07:49.244" v="61" actId="1076"/>
          <ac:picMkLst>
            <pc:docMk/>
            <pc:sldMk cId="2948870028" sldId="277"/>
            <ac:picMk id="9" creationId="{CE6AA9F3-EDB4-C7FA-F30E-EB2F560D19ED}"/>
          </ac:picMkLst>
        </pc:picChg>
      </pc:sldChg>
      <pc:sldChg chg="addSp delSp modSp mod delDesignElem">
        <pc:chgData name="ABHINAV ANAND" userId="3266519d19b11ace" providerId="LiveId" clId="{B00D9515-5694-4067-98DE-D1474E7120A5}" dt="2026-05-19T07:18:54.682" v="108"/>
        <pc:sldMkLst>
          <pc:docMk/>
          <pc:sldMk cId="2869504718" sldId="282"/>
        </pc:sldMkLst>
        <pc:spChg chg="del mod">
          <ac:chgData name="ABHINAV ANAND" userId="3266519d19b11ace" providerId="LiveId" clId="{B00D9515-5694-4067-98DE-D1474E7120A5}" dt="2026-05-19T07:18:54.682" v="108"/>
          <ac:spMkLst>
            <pc:docMk/>
            <pc:sldMk cId="2869504718" sldId="282"/>
            <ac:spMk id="2" creationId="{EF73DB4A-0616-6EF1-C5E7-5671E6B0E5CC}"/>
          </ac:spMkLst>
        </pc:spChg>
        <pc:spChg chg="add del">
          <ac:chgData name="ABHINAV ANAND" userId="3266519d19b11ace" providerId="LiveId" clId="{B00D9515-5694-4067-98DE-D1474E7120A5}" dt="2026-05-19T07:06:54.804" v="57"/>
          <ac:spMkLst>
            <pc:docMk/>
            <pc:sldMk cId="2869504718" sldId="282"/>
            <ac:spMk id="5" creationId="{86FF76B9-219D-4469-AF87-0236D29032F1}"/>
          </ac:spMkLst>
        </pc:spChg>
        <pc:spChg chg="add del">
          <ac:chgData name="ABHINAV ANAND" userId="3266519d19b11ace" providerId="LiveId" clId="{B00D9515-5694-4067-98DE-D1474E7120A5}" dt="2026-05-19T07:06:54.804" v="57"/>
          <ac:spMkLst>
            <pc:docMk/>
            <pc:sldMk cId="2869504718" sldId="282"/>
            <ac:spMk id="7" creationId="{2E80C965-DB6D-4F81-9E9E-B027384D0BD6}"/>
          </ac:spMkLst>
        </pc:spChg>
        <pc:spChg chg="add del">
          <ac:chgData name="ABHINAV ANAND" userId="3266519d19b11ace" providerId="LiveId" clId="{B00D9515-5694-4067-98DE-D1474E7120A5}" dt="2026-05-19T07:06:54.804" v="57"/>
          <ac:spMkLst>
            <pc:docMk/>
            <pc:sldMk cId="2869504718" sldId="282"/>
            <ac:spMk id="9" creationId="{633C5E46-DAC5-4661-9C87-22B08E2A512F}"/>
          </ac:spMkLst>
        </pc:spChg>
        <pc:grpChg chg="add del">
          <ac:chgData name="ABHINAV ANAND" userId="3266519d19b11ace" providerId="LiveId" clId="{B00D9515-5694-4067-98DE-D1474E7120A5}" dt="2026-05-19T07:06:54.804" v="57"/>
          <ac:grpSpMkLst>
            <pc:docMk/>
            <pc:sldMk cId="2869504718" sldId="282"/>
            <ac:grpSpMk id="6" creationId="{DB88BD78-87E1-424D-B479-C37D8E41B12E}"/>
          </ac:grpSpMkLst>
        </pc:grpChg>
      </pc:sldChg>
      <pc:sldChg chg="addSp delSp modSp mod">
        <pc:chgData name="ABHINAV ANAND" userId="3266519d19b11ace" providerId="LiveId" clId="{B00D9515-5694-4067-98DE-D1474E7120A5}" dt="2026-05-19T07:09:36.564" v="102" actId="478"/>
        <pc:sldMkLst>
          <pc:docMk/>
          <pc:sldMk cId="523042072" sldId="284"/>
        </pc:sldMkLst>
        <pc:spChg chg="add del mod">
          <ac:chgData name="ABHINAV ANAND" userId="3266519d19b11ace" providerId="LiveId" clId="{B00D9515-5694-4067-98DE-D1474E7120A5}" dt="2026-05-19T07:09:36.564" v="102" actId="478"/>
          <ac:spMkLst>
            <pc:docMk/>
            <pc:sldMk cId="523042072" sldId="284"/>
            <ac:spMk id="2" creationId="{DC9539C3-2B5B-8D0E-09FD-72B090D8EF04}"/>
          </ac:spMkLst>
        </pc:spChg>
        <pc:spChg chg="mod">
          <ac:chgData name="ABHINAV ANAND" userId="3266519d19b11ace" providerId="LiveId" clId="{B00D9515-5694-4067-98DE-D1474E7120A5}" dt="2026-05-19T07:03:23.541" v="22" actId="1076"/>
          <ac:spMkLst>
            <pc:docMk/>
            <pc:sldMk cId="523042072" sldId="284"/>
            <ac:spMk id="7" creationId="{9E81E5ED-6E34-7091-76CA-5C60ECEB30B2}"/>
          </ac:spMkLst>
        </pc:spChg>
        <pc:spChg chg="mod">
          <ac:chgData name="ABHINAV ANAND" userId="3266519d19b11ace" providerId="LiveId" clId="{B00D9515-5694-4067-98DE-D1474E7120A5}" dt="2026-05-19T07:08:31.375" v="63" actId="1076"/>
          <ac:spMkLst>
            <pc:docMk/>
            <pc:sldMk cId="523042072" sldId="284"/>
            <ac:spMk id="9" creationId="{D66D9206-BC46-1037-4A26-D3A6DB190730}"/>
          </ac:spMkLst>
        </pc:spChg>
        <pc:picChg chg="mod">
          <ac:chgData name="ABHINAV ANAND" userId="3266519d19b11ace" providerId="LiveId" clId="{B00D9515-5694-4067-98DE-D1474E7120A5}" dt="2026-05-19T07:08:26.145" v="62" actId="1076"/>
          <ac:picMkLst>
            <pc:docMk/>
            <pc:sldMk cId="523042072" sldId="284"/>
            <ac:picMk id="3" creationId="{379832C7-18E9-70CE-B850-549529A71C72}"/>
          </ac:picMkLst>
        </pc:picChg>
        <pc:picChg chg="mod">
          <ac:chgData name="ABHINAV ANAND" userId="3266519d19b11ace" providerId="LiveId" clId="{B00D9515-5694-4067-98DE-D1474E7120A5}" dt="2026-05-19T07:08:36.195" v="65" actId="14100"/>
          <ac:picMkLst>
            <pc:docMk/>
            <pc:sldMk cId="523042072" sldId="284"/>
            <ac:picMk id="5" creationId="{E99745C8-C5B7-713F-6C4B-F9B9C9A4AA04}"/>
          </ac:picMkLst>
        </pc:picChg>
      </pc:sldChg>
      <pc:sldChg chg="modSp mod">
        <pc:chgData name="ABHINAV ANAND" userId="3266519d19b11ace" providerId="LiveId" clId="{B00D9515-5694-4067-98DE-D1474E7120A5}" dt="2026-05-19T07:10:59.977" v="105" actId="14100"/>
        <pc:sldMkLst>
          <pc:docMk/>
          <pc:sldMk cId="1941869787" sldId="285"/>
        </pc:sldMkLst>
        <pc:spChg chg="mod">
          <ac:chgData name="ABHINAV ANAND" userId="3266519d19b11ace" providerId="LiveId" clId="{B00D9515-5694-4067-98DE-D1474E7120A5}" dt="2026-05-19T07:02:27.378" v="17" actId="1076"/>
          <ac:spMkLst>
            <pc:docMk/>
            <pc:sldMk cId="1941869787" sldId="285"/>
            <ac:spMk id="7" creationId="{45A139CE-DA11-FB2E-B70F-4299FB88DBA8}"/>
          </ac:spMkLst>
        </pc:spChg>
        <pc:spChg chg="mod">
          <ac:chgData name="ABHINAV ANAND" userId="3266519d19b11ace" providerId="LiveId" clId="{B00D9515-5694-4067-98DE-D1474E7120A5}" dt="2026-05-19T07:09:48.500" v="103" actId="1076"/>
          <ac:spMkLst>
            <pc:docMk/>
            <pc:sldMk cId="1941869787" sldId="285"/>
            <ac:spMk id="9" creationId="{666CAD4C-CBA4-3B45-45B0-1C59BC5DFD36}"/>
          </ac:spMkLst>
        </pc:spChg>
        <pc:picChg chg="mod">
          <ac:chgData name="ABHINAV ANAND" userId="3266519d19b11ace" providerId="LiveId" clId="{B00D9515-5694-4067-98DE-D1474E7120A5}" dt="2026-05-19T07:10:59.977" v="105" actId="14100"/>
          <ac:picMkLst>
            <pc:docMk/>
            <pc:sldMk cId="1941869787" sldId="285"/>
            <ac:picMk id="3" creationId="{7D077EEB-431D-08FA-FAC8-A54CAF9A8B20}"/>
          </ac:picMkLst>
        </pc:picChg>
        <pc:picChg chg="mod">
          <ac:chgData name="ABHINAV ANAND" userId="3266519d19b11ace" providerId="LiveId" clId="{B00D9515-5694-4067-98DE-D1474E7120A5}" dt="2026-05-19T07:09:55.004" v="104" actId="1076"/>
          <ac:picMkLst>
            <pc:docMk/>
            <pc:sldMk cId="1941869787" sldId="285"/>
            <ac:picMk id="5" creationId="{39379599-B61D-54C3-C73F-01F5BC67C6C8}"/>
          </ac:picMkLst>
        </pc:picChg>
      </pc:sldChg>
      <pc:sldChg chg="modSp mod">
        <pc:chgData name="ABHINAV ANAND" userId="3266519d19b11ace" providerId="LiveId" clId="{B00D9515-5694-4067-98DE-D1474E7120A5}" dt="2026-05-19T07:02:40.333" v="19" actId="14100"/>
        <pc:sldMkLst>
          <pc:docMk/>
          <pc:sldMk cId="3869536634" sldId="286"/>
        </pc:sldMkLst>
        <pc:picChg chg="mod">
          <ac:chgData name="ABHINAV ANAND" userId="3266519d19b11ace" providerId="LiveId" clId="{B00D9515-5694-4067-98DE-D1474E7120A5}" dt="2026-05-19T07:02:40.333" v="19" actId="14100"/>
          <ac:picMkLst>
            <pc:docMk/>
            <pc:sldMk cId="3869536634" sldId="286"/>
            <ac:picMk id="5" creationId="{53C671F4-33A5-227A-DF01-C27F7A860446}"/>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1"/>
    </inkml:context>
    <inkml:brush xml:id="br0">
      <inkml:brushProperty name="width" value="0.1" units="cm"/>
      <inkml:brushProperty name="height" value="0.1" units="cm"/>
    </inkml:brush>
  </inkml:definitions>
  <inkml:trace contextRef="#ctx0" brushRef="#br0">15946 7823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2"/>
    </inkml:context>
    <inkml:brush xml:id="br0">
      <inkml:brushProperty name="width" value="0.1" units="cm"/>
      <inkml:brushProperty name="height" value="0.1" units="cm"/>
    </inkml:brush>
  </inkml:definitions>
  <inkml:trace contextRef="#ctx0" brushRef="#br0">16845 8140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3"/>
    </inkml:context>
    <inkml:brush xml:id="br0">
      <inkml:brushProperty name="width" value="0.1" units="cm"/>
      <inkml:brushProperty name="height" value="0.1" units="cm"/>
    </inkml:brush>
  </inkml:definitions>
  <inkml:trace contextRef="#ctx0" brushRef="#br0">31291 2708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4"/>
    </inkml:context>
    <inkml:brush xml:id="br0">
      <inkml:brushProperty name="width" value="0.1" units="cm"/>
      <inkml:brushProperty name="height" value="0.1" units="cm"/>
    </inkml:brush>
  </inkml:definitions>
  <inkml:trace contextRef="#ctx0" brushRef="#br0">12083 2672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5"/>
    </inkml:context>
    <inkml:brush xml:id="br0">
      <inkml:brushProperty name="width" value="0.1" units="cm"/>
      <inkml:brushProperty name="height" value="0.1" units="cm"/>
    </inkml:brush>
  </inkml:definitions>
  <inkml:trace contextRef="#ctx0" brushRef="#br0">17304 6623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6"/>
    </inkml:context>
    <inkml:brush xml:id="br0">
      <inkml:brushProperty name="width" value="0.1" units="cm"/>
      <inkml:brushProperty name="height" value="0.1" units="cm"/>
    </inkml:brush>
  </inkml:definitions>
  <inkml:trace contextRef="#ctx0" brushRef="#br0">18062 2584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7"/>
    </inkml:context>
    <inkml:brush xml:id="br0">
      <inkml:brushProperty name="width" value="0.1" units="cm"/>
      <inkml:brushProperty name="height" value="0.1" units="cm"/>
    </inkml:brush>
  </inkml:definitions>
  <inkml:trace contextRef="#ctx0" brushRef="#br0">18062 2584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598"/>
    </inkml:context>
    <inkml:brush xml:id="br0">
      <inkml:brushProperty name="width" value="0.1" units="cm"/>
      <inkml:brushProperty name="height" value="0.1" units="cm"/>
    </inkml:brush>
  </inkml:definitions>
  <inkml:trace contextRef="#ctx0" brushRef="#br0">18327 6077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14"/>
    </inkml:context>
    <inkml:brush xml:id="br0">
      <inkml:brushProperty name="width" value="0.1" units="cm"/>
      <inkml:brushProperty name="height" value="0.1" units="cm"/>
    </inkml:brush>
  </inkml:definitions>
  <inkml:trace contextRef="#ctx0" brushRef="#br0">18045 14332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15"/>
    </inkml:context>
    <inkml:brush xml:id="br0">
      <inkml:brushProperty name="width" value="0.1" units="cm"/>
      <inkml:brushProperty name="height" value="0.1" units="cm"/>
    </inkml:brush>
  </inkml:definitions>
  <inkml:trace contextRef="#ctx0" brushRef="#br0">16616 12162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16"/>
    </inkml:context>
    <inkml:brush xml:id="br0">
      <inkml:brushProperty name="width" value="0.1" units="cm"/>
      <inkml:brushProperty name="height" value="0.1" units="cm"/>
    </inkml:brush>
  </inkml:definitions>
  <inkml:trace contextRef="#ctx0" brushRef="#br0">16616 12162 16383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17"/>
    </inkml:context>
    <inkml:brush xml:id="br0">
      <inkml:brushProperty name="width" value="0.1" units="cm"/>
      <inkml:brushProperty name="height" value="0.1" units="cm"/>
    </inkml:brush>
  </inkml:definitions>
  <inkml:trace contextRef="#ctx0" brushRef="#br0">16616 12162 16383 0 0,'0'0'0'0'0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18"/>
    </inkml:context>
    <inkml:brush xml:id="br0">
      <inkml:brushProperty name="width" value="0.1" units="cm"/>
      <inkml:brushProperty name="height" value="0.1" units="cm"/>
    </inkml:brush>
  </inkml:definitions>
  <inkml:trace contextRef="#ctx0" brushRef="#br0">16387 12197 16383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19"/>
    </inkml:context>
    <inkml:brush xml:id="br0">
      <inkml:brushProperty name="width" value="0.1" units="cm"/>
      <inkml:brushProperty name="height" value="0.1" units="cm"/>
    </inkml:brush>
  </inkml:definitions>
  <inkml:trace contextRef="#ctx0" brushRef="#br0">16387 12197 16383 0 0,'0'0'0'0'0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0"/>
    </inkml:context>
    <inkml:brush xml:id="br0">
      <inkml:brushProperty name="width" value="0.1" units="cm"/>
      <inkml:brushProperty name="height" value="0.1" units="cm"/>
    </inkml:brush>
  </inkml:definitions>
  <inkml:trace contextRef="#ctx0" brushRef="#br0">16316 12356 16383 0 0,'0'0'0'0'0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1"/>
    </inkml:context>
    <inkml:brush xml:id="br0">
      <inkml:brushProperty name="width" value="0.1" units="cm"/>
      <inkml:brushProperty name="height" value="0.1" units="cm"/>
    </inkml:brush>
  </inkml:definitions>
  <inkml:trace contextRef="#ctx0" brushRef="#br0">16316 12356 16383 0 0,'0'0'0'0'0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2"/>
    </inkml:context>
    <inkml:brush xml:id="br0">
      <inkml:brushProperty name="width" value="0.1" units="cm"/>
      <inkml:brushProperty name="height" value="0.1" units="cm"/>
    </inkml:brush>
  </inkml:definitions>
  <inkml:trace contextRef="#ctx0" brushRef="#br0">16633 12197 16383 0 0,'0'0'0'0'0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3"/>
    </inkml:context>
    <inkml:brush xml:id="br0">
      <inkml:brushProperty name="width" value="0.1" units="cm"/>
      <inkml:brushProperty name="height" value="0.1" units="cm"/>
    </inkml:brush>
  </inkml:definitions>
  <inkml:trace contextRef="#ctx0" brushRef="#br0">30357 2002 16383 0 0,'0'0'0'0'0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4"/>
    </inkml:context>
    <inkml:brush xml:id="br0">
      <inkml:brushProperty name="width" value="0.1" units="cm"/>
      <inkml:brushProperty name="height" value="0.1" units="cm"/>
    </inkml:brush>
  </inkml:definitions>
  <inkml:trace contextRef="#ctx0" brushRef="#br0">28152 2108 16383 0 0,'0'0'0'0'0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5"/>
    </inkml:context>
    <inkml:brush xml:id="br0">
      <inkml:brushProperty name="width" value="0.1" units="cm"/>
      <inkml:brushProperty name="height" value="0.1" units="cm"/>
    </inkml:brush>
  </inkml:definitions>
  <inkml:trace contextRef="#ctx0" brushRef="#br0">30674 5459 16383 0 0,'0'0'0'0'0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6"/>
    </inkml:context>
    <inkml:brush xml:id="br0">
      <inkml:brushProperty name="width" value="0.1" units="cm"/>
      <inkml:brushProperty name="height" value="0.1" units="cm"/>
    </inkml:brush>
  </inkml:definitions>
  <inkml:trace contextRef="#ctx0" brushRef="#br0">30674 5459 16383 0 0,'0'0'0'0'0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7"/>
    </inkml:context>
    <inkml:brush xml:id="br0">
      <inkml:brushProperty name="width" value="0.1" units="cm"/>
      <inkml:brushProperty name="height" value="0.1" units="cm"/>
    </inkml:brush>
  </inkml:definitions>
  <inkml:trace contextRef="#ctx0" brushRef="#br0">30674 5459 16383 0 0,'0'0'0'0'0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8"/>
    </inkml:context>
    <inkml:brush xml:id="br0">
      <inkml:brushProperty name="width" value="0.1" units="cm"/>
      <inkml:brushProperty name="height" value="0.1" units="cm"/>
    </inkml:brush>
  </inkml:definitions>
  <inkml:trace contextRef="#ctx0" brushRef="#br0">30198 1790 16383 0 0,'0'0'0'0'0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29"/>
    </inkml:context>
    <inkml:brush xml:id="br0">
      <inkml:brushProperty name="width" value="0.1" units="cm"/>
      <inkml:brushProperty name="height" value="0.1" units="cm"/>
    </inkml:brush>
  </inkml:definitions>
  <inkml:trace contextRef="#ctx0" brushRef="#br0">26811 3731 16383 0 0,'0'0'0'0'0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30"/>
    </inkml:context>
    <inkml:brush xml:id="br0">
      <inkml:brushProperty name="width" value="0.1" units="cm"/>
      <inkml:brushProperty name="height" value="0.1" units="cm"/>
    </inkml:brush>
  </inkml:definitions>
  <inkml:trace contextRef="#ctx0" brushRef="#br0">26405 10575 16383 0 0,'0'0'0'0'0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19T07:01:02.931"/>
    </inkml:context>
    <inkml:brush xml:id="br0">
      <inkml:brushProperty name="width" value="0.1" units="cm"/>
      <inkml:brushProperty name="height" value="0.1" units="cm"/>
    </inkml:brush>
  </inkml:definitions>
  <inkml:trace contextRef="#ctx0" brushRef="#br0">29827 7523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A1825-E1A3-4848-8D2D-8776963E175D}" type="datetimeFigureOut">
              <a:rPr lang="en-IN" smtClean="0"/>
              <a:t>19-05-2026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19A91-EA81-46D1-9240-3D47FF863680}" type="slidenum">
              <a:rPr lang="en-IN" smtClean="0"/>
              <a:t>‹#›</a:t>
            </a:fld>
            <a:endParaRPr lang="en-IN"/>
          </a:p>
        </p:txBody>
      </p:sp>
    </p:spTree>
    <p:extLst>
      <p:ext uri="{BB962C8B-B14F-4D97-AF65-F5344CB8AC3E}">
        <p14:creationId xmlns:p14="http://schemas.microsoft.com/office/powerpoint/2010/main" val="434347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ER diagram</a:t>
            </a:r>
          </a:p>
        </p:txBody>
      </p:sp>
      <p:sp>
        <p:nvSpPr>
          <p:cNvPr id="4" name="Slide Number Placeholder 3"/>
          <p:cNvSpPr>
            <a:spLocks noGrp="1"/>
          </p:cNvSpPr>
          <p:nvPr>
            <p:ph type="sldNum" sz="quarter" idx="5"/>
          </p:nvPr>
        </p:nvSpPr>
        <p:spPr/>
        <p:txBody>
          <a:bodyPr/>
          <a:lstStyle/>
          <a:p>
            <a:fld id="{3D419A91-EA81-46D1-9240-3D47FF863680}" type="slidenum">
              <a:rPr lang="en-IN" smtClean="0"/>
              <a:t>7</a:t>
            </a:fld>
            <a:endParaRPr lang="en-IN"/>
          </a:p>
        </p:txBody>
      </p:sp>
    </p:spTree>
    <p:extLst>
      <p:ext uri="{BB962C8B-B14F-4D97-AF65-F5344CB8AC3E}">
        <p14:creationId xmlns:p14="http://schemas.microsoft.com/office/powerpoint/2010/main" val="915968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48E54-E000-070F-A67C-E538F7B583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A2A61E6-0AD7-7E8E-413E-9650439A53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EA2F6E6-701E-F778-1AB2-E763A10D14BA}"/>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5" name="Footer Placeholder 4">
            <a:extLst>
              <a:ext uri="{FF2B5EF4-FFF2-40B4-BE49-F238E27FC236}">
                <a16:creationId xmlns:a16="http://schemas.microsoft.com/office/drawing/2014/main" id="{A8AC8CF3-49C5-AD95-2D7D-3938BD46F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1078F-066B-C4AE-6355-D6FE990C1C6D}"/>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3615353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424E-6DFC-009B-451F-AC372B4DE4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6DAFC7-52EA-E1C5-FFB6-1D76B9BD8B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416CB1-8914-5AA1-043A-4FCCF7B07E67}"/>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5" name="Footer Placeholder 4">
            <a:extLst>
              <a:ext uri="{FF2B5EF4-FFF2-40B4-BE49-F238E27FC236}">
                <a16:creationId xmlns:a16="http://schemas.microsoft.com/office/drawing/2014/main" id="{F93DB340-0D4B-F08F-0BDF-8B71BA920D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658AEF-BC93-FC95-FEB1-806642127BA1}"/>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2546229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91E1C-3708-6746-03A3-E1FCD82E2B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010511C-61CD-73AC-04FE-6AC71B9321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642F98-2E23-F292-DC64-6601036AE271}"/>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5" name="Footer Placeholder 4">
            <a:extLst>
              <a:ext uri="{FF2B5EF4-FFF2-40B4-BE49-F238E27FC236}">
                <a16:creationId xmlns:a16="http://schemas.microsoft.com/office/drawing/2014/main" id="{D9162CB4-25C7-FF8F-F74C-521EFEFE1C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116E51-F1D9-D726-A0B7-5AFD75D9F2F3}"/>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1973109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F301E-FB4B-C34A-81A8-394AAFD314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9A5D6E-2CE6-9B37-EBAF-66FAA38141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82327BC-81BF-D3DF-186B-944DB9106B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7B9AF3-B33F-2DE4-8DF5-EC1B88010A1D}"/>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6" name="Footer Placeholder 5">
            <a:extLst>
              <a:ext uri="{FF2B5EF4-FFF2-40B4-BE49-F238E27FC236}">
                <a16:creationId xmlns:a16="http://schemas.microsoft.com/office/drawing/2014/main" id="{8542FF98-2014-25F8-1E02-7EEE2782F3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78BFF8-5745-3B73-ADCF-55D58662A211}"/>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1435458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27FE9-7775-BFEE-865F-BBE8BD66EC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064BE9-AC90-C6EE-7704-593E2FC664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9959E9-6197-C31E-C6C9-62B0621938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313D98-7FBF-8C0B-6B23-CE92930C56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D251BF-C4F0-EBD4-AC25-ADC7580F8A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AA2AB6-F559-D545-F84F-DD0AD2ABDBA0}"/>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8" name="Footer Placeholder 7">
            <a:extLst>
              <a:ext uri="{FF2B5EF4-FFF2-40B4-BE49-F238E27FC236}">
                <a16:creationId xmlns:a16="http://schemas.microsoft.com/office/drawing/2014/main" id="{DDD38DEB-D057-029D-F8A0-4B1C0608FE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4E19DC-2C8B-43C8-B1C2-16BC8F5942F2}"/>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971249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87EAB-DA4D-6A90-C607-A249AB0942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AE02BE-45EC-6660-B380-64D31177CE32}"/>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4" name="Footer Placeholder 3">
            <a:extLst>
              <a:ext uri="{FF2B5EF4-FFF2-40B4-BE49-F238E27FC236}">
                <a16:creationId xmlns:a16="http://schemas.microsoft.com/office/drawing/2014/main" id="{9305BAD8-C701-C981-1390-5D95A537498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FF4F16-D437-D522-2EFA-19C9EDE8BAC1}"/>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1780180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D497E-A617-6262-23BA-2D2CEA8720FA}"/>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3" name="Footer Placeholder 2">
            <a:extLst>
              <a:ext uri="{FF2B5EF4-FFF2-40B4-BE49-F238E27FC236}">
                <a16:creationId xmlns:a16="http://schemas.microsoft.com/office/drawing/2014/main" id="{F2292253-87BF-60C2-697D-24A2CD79DB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AB195B-2AD4-EB3B-81D3-1CE9ADB7F89D}"/>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2992680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71FFD-84EB-002A-84CA-B620BBA235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6E3FCC-7558-81BA-99CC-052EECF007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5B2E16-3FC4-8365-B78F-A875F19FD4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6587B5-E30D-B338-02FD-2E0B87364714}"/>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6" name="Footer Placeholder 5">
            <a:extLst>
              <a:ext uri="{FF2B5EF4-FFF2-40B4-BE49-F238E27FC236}">
                <a16:creationId xmlns:a16="http://schemas.microsoft.com/office/drawing/2014/main" id="{D9D01DDB-D6D0-3CAD-700B-C1E5363F79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C07938-630A-CD4D-34E5-8614F9F7A788}"/>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4058639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283E-79D4-B64B-5D10-07AA1F566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38B740-37EB-C25B-CC21-1D70934F2A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9BFC9E-4BDE-2EBF-B060-EA7410DEAB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EC848-A444-E0F1-E886-2ACFC531EF85}"/>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6" name="Footer Placeholder 5">
            <a:extLst>
              <a:ext uri="{FF2B5EF4-FFF2-40B4-BE49-F238E27FC236}">
                <a16:creationId xmlns:a16="http://schemas.microsoft.com/office/drawing/2014/main" id="{138A43B1-557D-F1DB-A035-76A836C437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66F729-586E-4CF8-B3FB-11984920BE0E}"/>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835856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D7895-8C56-6F4F-54E0-9C9446AD27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A67853-6919-C7B7-9F30-56D64F8808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68050A-8A0A-B8FF-8B19-63C38082FFB5}"/>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5" name="Footer Placeholder 4">
            <a:extLst>
              <a:ext uri="{FF2B5EF4-FFF2-40B4-BE49-F238E27FC236}">
                <a16:creationId xmlns:a16="http://schemas.microsoft.com/office/drawing/2014/main" id="{6376E2D8-865C-9D8F-985D-C09B9116A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8F32A0-B6BC-D461-2962-127057F0A0D9}"/>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35444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611C87-B095-9BAE-0B4D-03B3C294DC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D1FAF7-F614-57F4-A12F-91AB4CDFD9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23FCE1-4888-C9FC-12A6-509D33478388}"/>
              </a:ext>
            </a:extLst>
          </p:cNvPr>
          <p:cNvSpPr>
            <a:spLocks noGrp="1"/>
          </p:cNvSpPr>
          <p:nvPr>
            <p:ph type="dt" sz="half" idx="10"/>
          </p:nvPr>
        </p:nvSpPr>
        <p:spPr/>
        <p:txBody>
          <a:bodyPr/>
          <a:lstStyle/>
          <a:p>
            <a:fld id="{D77BBF25-2456-4910-8B12-0D3A087189E0}" type="datetimeFigureOut">
              <a:rPr lang="en-IN" smtClean="0"/>
              <a:t>19-05-2026</a:t>
            </a:fld>
            <a:endParaRPr lang="en-IN"/>
          </a:p>
        </p:txBody>
      </p:sp>
      <p:sp>
        <p:nvSpPr>
          <p:cNvPr id="5" name="Footer Placeholder 4">
            <a:extLst>
              <a:ext uri="{FF2B5EF4-FFF2-40B4-BE49-F238E27FC236}">
                <a16:creationId xmlns:a16="http://schemas.microsoft.com/office/drawing/2014/main" id="{365DF212-66AF-9311-00C2-0EA2BAC8AB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AA6010-45FD-5B30-53CD-52514044C534}"/>
              </a:ext>
            </a:extLst>
          </p:cNvPr>
          <p:cNvSpPr>
            <a:spLocks noGrp="1"/>
          </p:cNvSpPr>
          <p:nvPr>
            <p:ph type="sldNum" sz="quarter" idx="12"/>
          </p:nvPr>
        </p:nvSpPr>
        <p:spPr/>
        <p:txBody>
          <a:bodyPr/>
          <a:lstStyle/>
          <a:p>
            <a:fld id="{F61283C4-BB49-4809-8838-682C7739B6F2}" type="slidenum">
              <a:rPr lang="en-IN" smtClean="0"/>
              <a:t>‹#›</a:t>
            </a:fld>
            <a:endParaRPr lang="en-IN"/>
          </a:p>
        </p:txBody>
      </p:sp>
    </p:spTree>
    <p:extLst>
      <p:ext uri="{BB962C8B-B14F-4D97-AF65-F5344CB8AC3E}">
        <p14:creationId xmlns:p14="http://schemas.microsoft.com/office/powerpoint/2010/main" val="1107157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3CF-B5AB-EB4C-08AC-045D80BBDE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10DD09-B6FF-E76C-11A1-9C95A8312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142478-7303-5027-F0A5-178F925104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7BBF25-2456-4910-8B12-0D3A087189E0}" type="datetimeFigureOut">
              <a:rPr lang="en-IN" smtClean="0"/>
              <a:t>19-05-2026</a:t>
            </a:fld>
            <a:endParaRPr lang="en-IN"/>
          </a:p>
        </p:txBody>
      </p:sp>
      <p:sp>
        <p:nvSpPr>
          <p:cNvPr id="5" name="Footer Placeholder 4">
            <a:extLst>
              <a:ext uri="{FF2B5EF4-FFF2-40B4-BE49-F238E27FC236}">
                <a16:creationId xmlns:a16="http://schemas.microsoft.com/office/drawing/2014/main" id="{62FEFDE4-173B-4D27-31F7-3C4C18065D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498CDF2-7456-8B54-C40D-4DB762BE5C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1283C4-BB49-4809-8838-682C7739B6F2}" type="slidenum">
              <a:rPr lang="en-IN" smtClean="0"/>
              <a:t>‹#›</a:t>
            </a:fld>
            <a:endParaRPr lang="en-IN"/>
          </a:p>
        </p:txBody>
      </p:sp>
    </p:spTree>
    <p:extLst>
      <p:ext uri="{BB962C8B-B14F-4D97-AF65-F5344CB8AC3E}">
        <p14:creationId xmlns:p14="http://schemas.microsoft.com/office/powerpoint/2010/main" val="1010951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customXml" Target="../ink/ink1.xml"/><Relationship Id="rId7" Type="http://schemas.openxmlformats.org/officeDocument/2006/relationships/customXml" Target="../ink/ink4.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customXml" Target="../ink/ink8.xml"/><Relationship Id="rId5" Type="http://schemas.openxmlformats.org/officeDocument/2006/relationships/customXml" Target="../ink/ink2.xml"/><Relationship Id="rId10" Type="http://schemas.openxmlformats.org/officeDocument/2006/relationships/customXml" Target="../ink/ink7.xml"/><Relationship Id="rId4" Type="http://schemas.openxmlformats.org/officeDocument/2006/relationships/image" Target="../media/image2.png"/><Relationship Id="rId9" Type="http://schemas.openxmlformats.org/officeDocument/2006/relationships/customXml" Target="../ink/ink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customXml" Target="../ink/ink18.xml"/><Relationship Id="rId18" Type="http://schemas.openxmlformats.org/officeDocument/2006/relationships/customXml" Target="../ink/ink23.xml"/><Relationship Id="rId3" Type="http://schemas.openxmlformats.org/officeDocument/2006/relationships/customXml" Target="../ink/ink9.xml"/><Relationship Id="rId21" Type="http://schemas.openxmlformats.org/officeDocument/2006/relationships/customXml" Target="../ink/ink26.xml"/><Relationship Id="rId7" Type="http://schemas.openxmlformats.org/officeDocument/2006/relationships/customXml" Target="../ink/ink12.xml"/><Relationship Id="rId12" Type="http://schemas.openxmlformats.org/officeDocument/2006/relationships/customXml" Target="../ink/ink17.xml"/><Relationship Id="rId17" Type="http://schemas.openxmlformats.org/officeDocument/2006/relationships/customXml" Target="../ink/ink22.xml"/><Relationship Id="rId2" Type="http://schemas.openxmlformats.org/officeDocument/2006/relationships/image" Target="../media/image74.png"/><Relationship Id="rId16" Type="http://schemas.openxmlformats.org/officeDocument/2006/relationships/customXml" Target="../ink/ink21.xml"/><Relationship Id="rId20" Type="http://schemas.openxmlformats.org/officeDocument/2006/relationships/customXml" Target="../ink/ink25.xml"/><Relationship Id="rId1" Type="http://schemas.openxmlformats.org/officeDocument/2006/relationships/slideLayout" Target="../slideLayouts/slideLayout7.xml"/><Relationship Id="rId6" Type="http://schemas.openxmlformats.org/officeDocument/2006/relationships/customXml" Target="../ink/ink11.xml"/><Relationship Id="rId11" Type="http://schemas.openxmlformats.org/officeDocument/2006/relationships/customXml" Target="../ink/ink16.xml"/><Relationship Id="rId5" Type="http://schemas.openxmlformats.org/officeDocument/2006/relationships/customXml" Target="../ink/ink10.xml"/><Relationship Id="rId15" Type="http://schemas.openxmlformats.org/officeDocument/2006/relationships/customXml" Target="../ink/ink20.xml"/><Relationship Id="rId10" Type="http://schemas.openxmlformats.org/officeDocument/2006/relationships/customXml" Target="../ink/ink15.xml"/><Relationship Id="rId19" Type="http://schemas.openxmlformats.org/officeDocument/2006/relationships/customXml" Target="../ink/ink24.xml"/><Relationship Id="rId4" Type="http://schemas.openxmlformats.org/officeDocument/2006/relationships/image" Target="../media/image2.png"/><Relationship Id="rId9" Type="http://schemas.openxmlformats.org/officeDocument/2006/relationships/customXml" Target="../ink/ink14.xml"/><Relationship Id="rId14" Type="http://schemas.openxmlformats.org/officeDocument/2006/relationships/customXml" Target="../ink/ink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CD374B5-5F53-BC07-6729-AE45C574CC93}"/>
              </a:ext>
            </a:extLst>
          </p:cNvPr>
          <p:cNvSpPr>
            <a:spLocks noGrp="1"/>
          </p:cNvSpPr>
          <p:nvPr>
            <p:ph type="subTitle" idx="1"/>
          </p:nvPr>
        </p:nvSpPr>
        <p:spPr>
          <a:xfrm>
            <a:off x="8572499" y="390832"/>
            <a:ext cx="3233585" cy="873612"/>
          </a:xfrm>
        </p:spPr>
        <p:txBody>
          <a:bodyPr anchor="ctr">
            <a:normAutofit/>
          </a:bodyPr>
          <a:lstStyle/>
          <a:p>
            <a:pPr algn="l"/>
            <a:r>
              <a:rPr lang="en-US" sz="1600" b="1" dirty="0">
                <a:solidFill>
                  <a:srgbClr val="FFFFFF"/>
                </a:solidFill>
              </a:rPr>
              <a:t>SQL Project </a:t>
            </a:r>
            <a:endParaRPr lang="en-US" sz="1600" b="1" dirty="0">
              <a:solidFill>
                <a:srgbClr val="FFFFFF"/>
              </a:solidFill>
              <a:effectLst/>
            </a:endParaRPr>
          </a:p>
          <a:p>
            <a:pPr algn="l"/>
            <a:r>
              <a:rPr lang="en-US" sz="1600" b="1" dirty="0">
                <a:solidFill>
                  <a:srgbClr val="FFFFFF"/>
                </a:solidFill>
              </a:rPr>
              <a:t>Employee Management System</a:t>
            </a:r>
            <a:endParaRPr lang="en-US" sz="1600" b="1" dirty="0">
              <a:solidFill>
                <a:srgbClr val="FFFFFF"/>
              </a:solidFill>
              <a:effectLst/>
            </a:endParaRPr>
          </a:p>
          <a:p>
            <a:pPr algn="l"/>
            <a:endParaRPr lang="en-IN" sz="1600" dirty="0">
              <a:solidFill>
                <a:srgbClr val="FFFFFF"/>
              </a:solidFill>
            </a:endParaRPr>
          </a:p>
        </p:txBody>
      </p:sp>
      <p:pic>
        <p:nvPicPr>
          <p:cNvPr id="5" name="Picture 4">
            <a:extLst>
              <a:ext uri="{FF2B5EF4-FFF2-40B4-BE49-F238E27FC236}">
                <a16:creationId xmlns:a16="http://schemas.microsoft.com/office/drawing/2014/main" id="{A949ADE8-AD1C-CDF0-CCEA-9CD57371CE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225" y="2422444"/>
            <a:ext cx="11327549" cy="3539858"/>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D5D0764-758F-40CB-E9B0-752DF8AB8772}"/>
                  </a:ext>
                </a:extLst>
              </p14:cNvPr>
              <p14:cNvContentPartPr/>
              <p14:nvPr/>
            </p14:nvContentPartPr>
            <p14:xfrm>
              <a:off x="5919839" y="3068484"/>
              <a:ext cx="12290" cy="12290"/>
            </p14:xfrm>
          </p:contentPart>
        </mc:Choice>
        <mc:Fallback xmlns="">
          <p:pic>
            <p:nvPicPr>
              <p:cNvPr id="2" name="Ink 1">
                <a:extLst>
                  <a:ext uri="{FF2B5EF4-FFF2-40B4-BE49-F238E27FC236}">
                    <a16:creationId xmlns:a16="http://schemas.microsoft.com/office/drawing/2014/main" id="{1D5D0764-758F-40CB-E9B0-752DF8AB8772}"/>
                  </a:ext>
                </a:extLst>
              </p:cNvPr>
              <p:cNvPicPr/>
              <p:nvPr/>
            </p:nvPicPr>
            <p:blipFill>
              <a:blip r:embed="rId4"/>
              <a:stretch>
                <a:fillRect/>
              </a:stretch>
            </p:blipFill>
            <p:spPr>
              <a:xfrm>
                <a:off x="5317629" y="2466274"/>
                <a:ext cx="1229000" cy="122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60F90739-1926-FA58-5F1E-8E8E22CC0331}"/>
                  </a:ext>
                </a:extLst>
              </p14:cNvPr>
              <p14:cNvContentPartPr/>
              <p14:nvPr/>
            </p14:nvContentPartPr>
            <p14:xfrm>
              <a:off x="6337710" y="3215968"/>
              <a:ext cx="12290" cy="12290"/>
            </p14:xfrm>
          </p:contentPart>
        </mc:Choice>
        <mc:Fallback xmlns="">
          <p:pic>
            <p:nvPicPr>
              <p:cNvPr id="4" name="Ink 3">
                <a:extLst>
                  <a:ext uri="{FF2B5EF4-FFF2-40B4-BE49-F238E27FC236}">
                    <a16:creationId xmlns:a16="http://schemas.microsoft.com/office/drawing/2014/main" id="{60F90739-1926-FA58-5F1E-8E8E22CC0331}"/>
                  </a:ext>
                </a:extLst>
              </p:cNvPr>
              <p:cNvPicPr/>
              <p:nvPr/>
            </p:nvPicPr>
            <p:blipFill>
              <a:blip r:embed="rId4"/>
              <a:stretch>
                <a:fillRect/>
              </a:stretch>
            </p:blipFill>
            <p:spPr>
              <a:xfrm>
                <a:off x="5723210" y="2601468"/>
                <a:ext cx="1229000" cy="1229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C428DC0-6F68-4F53-06BE-6C31F2FC965D}"/>
                  </a:ext>
                </a:extLst>
              </p14:cNvPr>
              <p14:cNvContentPartPr/>
              <p14:nvPr/>
            </p14:nvContentPartPr>
            <p14:xfrm>
              <a:off x="13048226" y="692355"/>
              <a:ext cx="12290" cy="12290"/>
            </p14:xfrm>
          </p:contentPart>
        </mc:Choice>
        <mc:Fallback xmlns="">
          <p:pic>
            <p:nvPicPr>
              <p:cNvPr id="6" name="Ink 5">
                <a:extLst>
                  <a:ext uri="{FF2B5EF4-FFF2-40B4-BE49-F238E27FC236}">
                    <a16:creationId xmlns:a16="http://schemas.microsoft.com/office/drawing/2014/main" id="{CC428DC0-6F68-4F53-06BE-6C31F2FC965D}"/>
                  </a:ext>
                </a:extLst>
              </p:cNvPr>
              <p:cNvPicPr/>
              <p:nvPr/>
            </p:nvPicPr>
            <p:blipFill>
              <a:blip r:embed="rId4"/>
              <a:stretch>
                <a:fillRect/>
              </a:stretch>
            </p:blipFill>
            <p:spPr>
              <a:xfrm>
                <a:off x="12433726" y="90145"/>
                <a:ext cx="1229000" cy="122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CE4416DF-9FB0-D56B-667B-F97743C6A047}"/>
                  </a:ext>
                </a:extLst>
              </p14:cNvPr>
              <p14:cNvContentPartPr/>
              <p14:nvPr/>
            </p14:nvContentPartPr>
            <p14:xfrm>
              <a:off x="3989551" y="748862"/>
              <a:ext cx="13137" cy="13137"/>
            </p14:xfrm>
          </p:contentPart>
        </mc:Choice>
        <mc:Fallback xmlns="">
          <p:pic>
            <p:nvPicPr>
              <p:cNvPr id="7" name="Ink 6">
                <a:extLst>
                  <a:ext uri="{FF2B5EF4-FFF2-40B4-BE49-F238E27FC236}">
                    <a16:creationId xmlns:a16="http://schemas.microsoft.com/office/drawing/2014/main" id="{CE4416DF-9FB0-D56B-667B-F97743C6A047}"/>
                  </a:ext>
                </a:extLst>
              </p:cNvPr>
              <p:cNvPicPr/>
              <p:nvPr/>
            </p:nvPicPr>
            <p:blipFill>
              <a:blip r:embed="rId4"/>
              <a:stretch>
                <a:fillRect/>
              </a:stretch>
            </p:blipFill>
            <p:spPr>
              <a:xfrm>
                <a:off x="3345838" y="92012"/>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D3E2AEE4-10E9-0E68-CE3E-510927734D2B}"/>
                  </a:ext>
                </a:extLst>
              </p14:cNvPr>
              <p14:cNvContentPartPr/>
              <p14:nvPr/>
            </p14:nvContentPartPr>
            <p14:xfrm>
              <a:off x="6582103" y="2710793"/>
              <a:ext cx="13137" cy="13137"/>
            </p14:xfrm>
          </p:contentPart>
        </mc:Choice>
        <mc:Fallback xmlns="">
          <p:pic>
            <p:nvPicPr>
              <p:cNvPr id="8" name="Ink 7">
                <a:extLst>
                  <a:ext uri="{FF2B5EF4-FFF2-40B4-BE49-F238E27FC236}">
                    <a16:creationId xmlns:a16="http://schemas.microsoft.com/office/drawing/2014/main" id="{D3E2AEE4-10E9-0E68-CE3E-510927734D2B}"/>
                  </a:ext>
                </a:extLst>
              </p:cNvPr>
              <p:cNvPicPr/>
              <p:nvPr/>
            </p:nvPicPr>
            <p:blipFill>
              <a:blip r:embed="rId4"/>
              <a:stretch>
                <a:fillRect/>
              </a:stretch>
            </p:blipFill>
            <p:spPr>
              <a:xfrm>
                <a:off x="5938390" y="2053943"/>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F7FCC109-B5A4-4993-8953-47C1B27C53F4}"/>
                  </a:ext>
                </a:extLst>
              </p14:cNvPr>
              <p14:cNvContentPartPr/>
              <p14:nvPr/>
            </p14:nvContentPartPr>
            <p14:xfrm>
              <a:off x="6958724" y="705069"/>
              <a:ext cx="13137" cy="13137"/>
            </p14:xfrm>
          </p:contentPart>
        </mc:Choice>
        <mc:Fallback xmlns="">
          <p:pic>
            <p:nvPicPr>
              <p:cNvPr id="9" name="Ink 8">
                <a:extLst>
                  <a:ext uri="{FF2B5EF4-FFF2-40B4-BE49-F238E27FC236}">
                    <a16:creationId xmlns:a16="http://schemas.microsoft.com/office/drawing/2014/main" id="{F7FCC109-B5A4-4993-8953-47C1B27C53F4}"/>
                  </a:ext>
                </a:extLst>
              </p:cNvPr>
              <p:cNvPicPr/>
              <p:nvPr/>
            </p:nvPicPr>
            <p:blipFill>
              <a:blip r:embed="rId4"/>
              <a:stretch>
                <a:fillRect/>
              </a:stretch>
            </p:blipFill>
            <p:spPr>
              <a:xfrm>
                <a:off x="6301874" y="48219"/>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9075313F-9BB4-182C-001A-CBF534B914B2}"/>
                  </a:ext>
                </a:extLst>
              </p14:cNvPr>
              <p14:cNvContentPartPr/>
              <p14:nvPr/>
            </p14:nvContentPartPr>
            <p14:xfrm>
              <a:off x="6958724" y="705069"/>
              <a:ext cx="13137" cy="13137"/>
            </p14:xfrm>
          </p:contentPart>
        </mc:Choice>
        <mc:Fallback xmlns="">
          <p:pic>
            <p:nvPicPr>
              <p:cNvPr id="11" name="Ink 10">
                <a:extLst>
                  <a:ext uri="{FF2B5EF4-FFF2-40B4-BE49-F238E27FC236}">
                    <a16:creationId xmlns:a16="http://schemas.microsoft.com/office/drawing/2014/main" id="{9075313F-9BB4-182C-001A-CBF534B914B2}"/>
                  </a:ext>
                </a:extLst>
              </p:cNvPr>
              <p:cNvPicPr/>
              <p:nvPr/>
            </p:nvPicPr>
            <p:blipFill>
              <a:blip r:embed="rId4"/>
              <a:stretch>
                <a:fillRect/>
              </a:stretch>
            </p:blipFill>
            <p:spPr>
              <a:xfrm>
                <a:off x="6301874" y="48219"/>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B275103B-FE75-7351-FA9C-F3FEB708465D}"/>
                  </a:ext>
                </a:extLst>
              </p14:cNvPr>
              <p14:cNvContentPartPr/>
              <p14:nvPr/>
            </p14:nvContentPartPr>
            <p14:xfrm>
              <a:off x="7090103" y="2439275"/>
              <a:ext cx="13137" cy="13137"/>
            </p14:xfrm>
          </p:contentPart>
        </mc:Choice>
        <mc:Fallback xmlns="">
          <p:pic>
            <p:nvPicPr>
              <p:cNvPr id="19" name="Ink 18">
                <a:extLst>
                  <a:ext uri="{FF2B5EF4-FFF2-40B4-BE49-F238E27FC236}">
                    <a16:creationId xmlns:a16="http://schemas.microsoft.com/office/drawing/2014/main" id="{B275103B-FE75-7351-FA9C-F3FEB708465D}"/>
                  </a:ext>
                </a:extLst>
              </p:cNvPr>
              <p:cNvPicPr/>
              <p:nvPr/>
            </p:nvPicPr>
            <p:blipFill>
              <a:blip r:embed="rId4"/>
              <a:stretch>
                <a:fillRect/>
              </a:stretch>
            </p:blipFill>
            <p:spPr>
              <a:xfrm>
                <a:off x="6446390" y="1795562"/>
                <a:ext cx="1313700" cy="1313700"/>
              </a:xfrm>
              <a:prstGeom prst="rect">
                <a:avLst/>
              </a:prstGeom>
            </p:spPr>
          </p:pic>
        </mc:Fallback>
      </mc:AlternateContent>
      <p:sp>
        <p:nvSpPr>
          <p:cNvPr id="10" name="TextBox 9">
            <a:extLst>
              <a:ext uri="{FF2B5EF4-FFF2-40B4-BE49-F238E27FC236}">
                <a16:creationId xmlns:a16="http://schemas.microsoft.com/office/drawing/2014/main" id="{7C8486DB-D413-5463-59F9-97F375568567}"/>
              </a:ext>
            </a:extLst>
          </p:cNvPr>
          <p:cNvSpPr txBox="1"/>
          <p:nvPr/>
        </p:nvSpPr>
        <p:spPr>
          <a:xfrm>
            <a:off x="8799871" y="5722374"/>
            <a:ext cx="3006213" cy="1200329"/>
          </a:xfrm>
          <a:prstGeom prst="rect">
            <a:avLst/>
          </a:prstGeom>
          <a:noFill/>
        </p:spPr>
        <p:txBody>
          <a:bodyPr wrap="square" rtlCol="0">
            <a:spAutoFit/>
          </a:bodyPr>
          <a:lstStyle/>
          <a:p>
            <a:r>
              <a:rPr lang="en-US" dirty="0">
                <a:solidFill>
                  <a:srgbClr val="FF0000"/>
                </a:solidFill>
              </a:rPr>
              <a:t>Vijay Kumar</a:t>
            </a:r>
          </a:p>
          <a:p>
            <a:r>
              <a:rPr lang="en-US" dirty="0" err="1">
                <a:solidFill>
                  <a:srgbClr val="FF0000"/>
                </a:solidFill>
              </a:rPr>
              <a:t>Shoyab</a:t>
            </a:r>
            <a:endParaRPr lang="en-US" dirty="0">
              <a:solidFill>
                <a:srgbClr val="FF0000"/>
              </a:solidFill>
            </a:endParaRPr>
          </a:p>
          <a:p>
            <a:r>
              <a:rPr lang="en-US" dirty="0">
                <a:solidFill>
                  <a:srgbClr val="FF0000"/>
                </a:solidFill>
              </a:rPr>
              <a:t>Rohith</a:t>
            </a:r>
          </a:p>
          <a:p>
            <a:endParaRPr lang="en-US" dirty="0">
              <a:solidFill>
                <a:srgbClr val="FF0000"/>
              </a:solidFill>
            </a:endParaRPr>
          </a:p>
        </p:txBody>
      </p:sp>
      <p:sp>
        <p:nvSpPr>
          <p:cNvPr id="12" name="TextBox 11">
            <a:extLst>
              <a:ext uri="{FF2B5EF4-FFF2-40B4-BE49-F238E27FC236}">
                <a16:creationId xmlns:a16="http://schemas.microsoft.com/office/drawing/2014/main" id="{4F3D18F3-2E82-7DF8-6FAB-95CFAF8ADB18}"/>
              </a:ext>
            </a:extLst>
          </p:cNvPr>
          <p:cNvSpPr txBox="1"/>
          <p:nvPr/>
        </p:nvSpPr>
        <p:spPr>
          <a:xfrm>
            <a:off x="432225" y="6174658"/>
            <a:ext cx="2075001" cy="369332"/>
          </a:xfrm>
          <a:prstGeom prst="rect">
            <a:avLst/>
          </a:prstGeom>
          <a:noFill/>
        </p:spPr>
        <p:txBody>
          <a:bodyPr wrap="square" rtlCol="0">
            <a:spAutoFit/>
          </a:bodyPr>
          <a:lstStyle/>
          <a:p>
            <a:r>
              <a:rPr lang="en-US" dirty="0">
                <a:solidFill>
                  <a:srgbClr val="FF0000"/>
                </a:solidFill>
              </a:rPr>
              <a:t>BATCH- 495</a:t>
            </a:r>
          </a:p>
        </p:txBody>
      </p:sp>
    </p:spTree>
    <p:extLst>
      <p:ext uri="{BB962C8B-B14F-4D97-AF65-F5344CB8AC3E}">
        <p14:creationId xmlns:p14="http://schemas.microsoft.com/office/powerpoint/2010/main" val="3006181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56B7DE-4AE0-548E-D921-A3BC32DCF3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549" y="256566"/>
            <a:ext cx="9517302" cy="6344868"/>
          </a:xfrm>
          <a:prstGeom prst="rect">
            <a:avLst/>
          </a:prstGeom>
        </p:spPr>
      </p:pic>
    </p:spTree>
    <p:extLst>
      <p:ext uri="{BB962C8B-B14F-4D97-AF65-F5344CB8AC3E}">
        <p14:creationId xmlns:p14="http://schemas.microsoft.com/office/powerpoint/2010/main" val="2050646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2DAEBF-65C6-4B7E-5D4C-6FE09B433A24}"/>
              </a:ext>
            </a:extLst>
          </p:cNvPr>
          <p:cNvSpPr txBox="1"/>
          <p:nvPr/>
        </p:nvSpPr>
        <p:spPr>
          <a:xfrm>
            <a:off x="3173" y="0"/>
            <a:ext cx="11869649" cy="369332"/>
          </a:xfrm>
          <a:prstGeom prst="rect">
            <a:avLst/>
          </a:prstGeom>
          <a:noFill/>
        </p:spPr>
        <p:txBody>
          <a:bodyPr wrap="square">
            <a:spAutoFit/>
          </a:bodyPr>
          <a:lstStyle/>
          <a:p>
            <a:pPr rtl="0">
              <a:spcBef>
                <a:spcPts val="1200"/>
              </a:spcBef>
              <a:spcAft>
                <a:spcPts val="1200"/>
              </a:spcAft>
              <a:buNone/>
            </a:pPr>
            <a:r>
              <a:rPr lang="en-US" b="1">
                <a:solidFill>
                  <a:srgbClr val="C00000"/>
                </a:solidFill>
                <a:latin typeface="Arial" panose="020B0604020202020204" pitchFamily="34" charset="0"/>
              </a:rPr>
              <a:t>                                                                          INTRODUCTION </a:t>
            </a:r>
            <a:endParaRPr lang="en-US" sz="1800" b="1" i="0" u="none" strike="noStrike">
              <a:solidFill>
                <a:srgbClr val="C00000"/>
              </a:solidFill>
              <a:effectLst/>
              <a:latin typeface="Arial" panose="020B0604020202020204" pitchFamily="34" charset="0"/>
            </a:endParaRPr>
          </a:p>
        </p:txBody>
      </p:sp>
      <p:sp>
        <p:nvSpPr>
          <p:cNvPr id="5" name="TextBox 4">
            <a:extLst>
              <a:ext uri="{FF2B5EF4-FFF2-40B4-BE49-F238E27FC236}">
                <a16:creationId xmlns:a16="http://schemas.microsoft.com/office/drawing/2014/main" id="{E97E891A-AE2B-5C5B-41DE-DA542210951B}"/>
              </a:ext>
            </a:extLst>
          </p:cNvPr>
          <p:cNvSpPr txBox="1"/>
          <p:nvPr/>
        </p:nvSpPr>
        <p:spPr>
          <a:xfrm>
            <a:off x="207033" y="439946"/>
            <a:ext cx="11861321" cy="5078313"/>
          </a:xfrm>
          <a:prstGeom prst="rect">
            <a:avLst/>
          </a:prstGeom>
          <a:noFill/>
        </p:spPr>
        <p:txBody>
          <a:bodyPr wrap="square">
            <a:spAutoFit/>
          </a:bodyPr>
          <a:lstStyle/>
          <a:p>
            <a:pPr>
              <a:buNone/>
            </a:pPr>
            <a:r>
              <a:rPr lang="en-US" b="1" dirty="0"/>
              <a:t>1. Salary Bonus</a:t>
            </a:r>
          </a:p>
          <a:p>
            <a:pPr>
              <a:buNone/>
            </a:pPr>
            <a:r>
              <a:rPr lang="en-US" dirty="0"/>
              <a:t>This module manages employee bonus details.</a:t>
            </a:r>
            <a:br>
              <a:rPr lang="en-US" dirty="0"/>
            </a:br>
            <a:r>
              <a:rPr lang="en-US" dirty="0"/>
              <a:t>It stores extra payments given to employees based on performance, achievements, or company rewards.</a:t>
            </a:r>
          </a:p>
          <a:p>
            <a:pPr>
              <a:buNone/>
            </a:pPr>
            <a:r>
              <a:rPr lang="en-US" b="1" dirty="0"/>
              <a:t>2. Leaves</a:t>
            </a:r>
          </a:p>
          <a:p>
            <a:pPr>
              <a:buNone/>
            </a:pPr>
            <a:r>
              <a:rPr lang="en-US" dirty="0"/>
              <a:t>This module tracks employee leave information.</a:t>
            </a:r>
            <a:br>
              <a:rPr lang="en-US" dirty="0"/>
            </a:br>
            <a:r>
              <a:rPr lang="en-US" dirty="0"/>
              <a:t>It helps manage sick leave, casual leave, paid leave, and leave approvals.</a:t>
            </a:r>
          </a:p>
          <a:p>
            <a:pPr>
              <a:buNone/>
            </a:pPr>
            <a:r>
              <a:rPr lang="en-US" b="1" dirty="0"/>
              <a:t>3. Payroll</a:t>
            </a:r>
          </a:p>
          <a:p>
            <a:pPr>
              <a:buNone/>
            </a:pPr>
            <a:r>
              <a:rPr lang="en-US" dirty="0"/>
              <a:t>This module manages employee salaries and payments.</a:t>
            </a:r>
            <a:br>
              <a:rPr lang="en-US" dirty="0"/>
            </a:br>
            <a:r>
              <a:rPr lang="en-US" dirty="0"/>
              <a:t>It calculates salary, deductions, taxes, and generates payroll details every month.</a:t>
            </a:r>
          </a:p>
          <a:p>
            <a:pPr>
              <a:buNone/>
            </a:pPr>
            <a:r>
              <a:rPr lang="en-US" b="1" dirty="0"/>
              <a:t>4. Qualification</a:t>
            </a:r>
          </a:p>
          <a:p>
            <a:pPr>
              <a:buNone/>
            </a:pPr>
            <a:r>
              <a:rPr lang="en-US" dirty="0"/>
              <a:t>This module stores employee education and skill details.</a:t>
            </a:r>
            <a:br>
              <a:rPr lang="en-US" dirty="0"/>
            </a:br>
            <a:r>
              <a:rPr lang="en-US" dirty="0"/>
              <a:t>It includes qualifications, certifications, courses, and experience information.</a:t>
            </a:r>
          </a:p>
          <a:p>
            <a:pPr>
              <a:buNone/>
            </a:pPr>
            <a:r>
              <a:rPr lang="en-US" b="1" dirty="0"/>
              <a:t>5. Employee</a:t>
            </a:r>
          </a:p>
          <a:p>
            <a:pPr>
              <a:buNone/>
            </a:pPr>
            <a:r>
              <a:rPr lang="en-US" dirty="0"/>
              <a:t>This module contains complete employee information.</a:t>
            </a:r>
            <a:br>
              <a:rPr lang="en-US" dirty="0"/>
            </a:br>
            <a:r>
              <a:rPr lang="en-US" dirty="0"/>
              <a:t>It stores employee ID, name, phone number, email, job role, salary, and joining date.</a:t>
            </a:r>
          </a:p>
          <a:p>
            <a:pPr>
              <a:buNone/>
            </a:pPr>
            <a:r>
              <a:rPr lang="en-US" b="1" dirty="0"/>
              <a:t>6. Job Department</a:t>
            </a:r>
          </a:p>
          <a:p>
            <a:pPr>
              <a:buNone/>
            </a:pPr>
            <a:r>
              <a:rPr lang="en-US" dirty="0"/>
              <a:t>This module manages company departments and job roles.</a:t>
            </a:r>
            <a:br>
              <a:rPr lang="en-US" dirty="0"/>
            </a:br>
            <a:r>
              <a:rPr lang="en-US" dirty="0"/>
              <a:t>It helps organize employees into departments like HR, IT, Finance, Sales, and Marketing.</a:t>
            </a:r>
          </a:p>
        </p:txBody>
      </p:sp>
    </p:spTree>
    <p:extLst>
      <p:ext uri="{BB962C8B-B14F-4D97-AF65-F5344CB8AC3E}">
        <p14:creationId xmlns:p14="http://schemas.microsoft.com/office/powerpoint/2010/main" val="1765056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077EEB-431D-08FA-FAC8-A54CAF9A8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45" y="1723206"/>
            <a:ext cx="5692877" cy="3014462"/>
          </a:xfrm>
          <a:prstGeom prst="rect">
            <a:avLst/>
          </a:prstGeom>
        </p:spPr>
      </p:pic>
      <p:pic>
        <p:nvPicPr>
          <p:cNvPr id="5" name="Picture 4">
            <a:extLst>
              <a:ext uri="{FF2B5EF4-FFF2-40B4-BE49-F238E27FC236}">
                <a16:creationId xmlns:a16="http://schemas.microsoft.com/office/drawing/2014/main" id="{39379599-B61D-54C3-C73F-01F5BC67C6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723206"/>
            <a:ext cx="6000749" cy="3014462"/>
          </a:xfrm>
          <a:prstGeom prst="rect">
            <a:avLst/>
          </a:prstGeom>
        </p:spPr>
      </p:pic>
      <p:sp>
        <p:nvSpPr>
          <p:cNvPr id="7" name="TextBox 6">
            <a:extLst>
              <a:ext uri="{FF2B5EF4-FFF2-40B4-BE49-F238E27FC236}">
                <a16:creationId xmlns:a16="http://schemas.microsoft.com/office/drawing/2014/main" id="{45A139CE-DA11-FB2E-B70F-4299FB88DBA8}"/>
              </a:ext>
            </a:extLst>
          </p:cNvPr>
          <p:cNvSpPr txBox="1"/>
          <p:nvPr/>
        </p:nvSpPr>
        <p:spPr>
          <a:xfrm>
            <a:off x="944932" y="1129724"/>
            <a:ext cx="3681662" cy="461665"/>
          </a:xfrm>
          <a:prstGeom prst="rect">
            <a:avLst/>
          </a:prstGeom>
          <a:noFill/>
        </p:spPr>
        <p:txBody>
          <a:bodyPr wrap="square">
            <a:spAutoFit/>
          </a:bodyPr>
          <a:lstStyle/>
          <a:p>
            <a:pPr algn="ctr"/>
            <a:r>
              <a:rPr lang="en-IN" sz="2400" b="1" dirty="0"/>
              <a:t>JOBDEPARTMENT</a:t>
            </a:r>
          </a:p>
        </p:txBody>
      </p:sp>
      <p:sp>
        <p:nvSpPr>
          <p:cNvPr id="9" name="TextBox 8">
            <a:extLst>
              <a:ext uri="{FF2B5EF4-FFF2-40B4-BE49-F238E27FC236}">
                <a16:creationId xmlns:a16="http://schemas.microsoft.com/office/drawing/2014/main" id="{666CAD4C-CBA4-3B45-45B0-1C59BC5DFD36}"/>
              </a:ext>
            </a:extLst>
          </p:cNvPr>
          <p:cNvSpPr txBox="1"/>
          <p:nvPr/>
        </p:nvSpPr>
        <p:spPr>
          <a:xfrm rot="10800000" flipV="1">
            <a:off x="7964258" y="1129724"/>
            <a:ext cx="3549316" cy="461665"/>
          </a:xfrm>
          <a:prstGeom prst="rect">
            <a:avLst/>
          </a:prstGeom>
          <a:noFill/>
        </p:spPr>
        <p:txBody>
          <a:bodyPr wrap="square">
            <a:spAutoFit/>
          </a:bodyPr>
          <a:lstStyle/>
          <a:p>
            <a:r>
              <a:rPr lang="en-IN" sz="2400" b="1" dirty="0"/>
              <a:t>EMPLOYEE</a:t>
            </a:r>
          </a:p>
        </p:txBody>
      </p:sp>
      <p:sp>
        <p:nvSpPr>
          <p:cNvPr id="11" name="TextBox 10">
            <a:extLst>
              <a:ext uri="{FF2B5EF4-FFF2-40B4-BE49-F238E27FC236}">
                <a16:creationId xmlns:a16="http://schemas.microsoft.com/office/drawing/2014/main" id="{FF6185F4-91BB-C2AA-1EAC-2B5624061AFF}"/>
              </a:ext>
            </a:extLst>
          </p:cNvPr>
          <p:cNvSpPr txBox="1"/>
          <p:nvPr/>
        </p:nvSpPr>
        <p:spPr>
          <a:xfrm rot="10800000" flipV="1">
            <a:off x="3140241" y="-76944"/>
            <a:ext cx="6000749" cy="523220"/>
          </a:xfrm>
          <a:prstGeom prst="rect">
            <a:avLst/>
          </a:prstGeom>
          <a:noFill/>
        </p:spPr>
        <p:txBody>
          <a:bodyPr wrap="square">
            <a:spAutoFit/>
          </a:bodyPr>
          <a:lstStyle/>
          <a:p>
            <a:pPr algn="ctr"/>
            <a:r>
              <a:rPr lang="en-IN" sz="2800" b="1"/>
              <a:t>Tables</a:t>
            </a:r>
          </a:p>
        </p:txBody>
      </p:sp>
    </p:spTree>
    <p:extLst>
      <p:ext uri="{BB962C8B-B14F-4D97-AF65-F5344CB8AC3E}">
        <p14:creationId xmlns:p14="http://schemas.microsoft.com/office/powerpoint/2010/main" val="1941869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3F5AA8-8FD8-38E5-1053-20F0BEDDA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600" y="650856"/>
            <a:ext cx="4896533" cy="4153480"/>
          </a:xfrm>
          <a:prstGeom prst="rect">
            <a:avLst/>
          </a:prstGeom>
        </p:spPr>
      </p:pic>
      <p:pic>
        <p:nvPicPr>
          <p:cNvPr id="5" name="Picture 4">
            <a:extLst>
              <a:ext uri="{FF2B5EF4-FFF2-40B4-BE49-F238E27FC236}">
                <a16:creationId xmlns:a16="http://schemas.microsoft.com/office/drawing/2014/main" id="{53C671F4-33A5-227A-DF01-C27F7A860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3140" y="650854"/>
            <a:ext cx="6660370" cy="4153481"/>
          </a:xfrm>
          <a:prstGeom prst="rect">
            <a:avLst/>
          </a:prstGeom>
        </p:spPr>
      </p:pic>
      <p:sp>
        <p:nvSpPr>
          <p:cNvPr id="7" name="TextBox 6">
            <a:extLst>
              <a:ext uri="{FF2B5EF4-FFF2-40B4-BE49-F238E27FC236}">
                <a16:creationId xmlns:a16="http://schemas.microsoft.com/office/drawing/2014/main" id="{4AE05449-511A-D4F1-2A85-09EE0C07E178}"/>
              </a:ext>
            </a:extLst>
          </p:cNvPr>
          <p:cNvSpPr txBox="1"/>
          <p:nvPr/>
        </p:nvSpPr>
        <p:spPr>
          <a:xfrm>
            <a:off x="1049572" y="-1"/>
            <a:ext cx="4250561" cy="381663"/>
          </a:xfrm>
          <a:prstGeom prst="rect">
            <a:avLst/>
          </a:prstGeom>
          <a:noFill/>
        </p:spPr>
        <p:txBody>
          <a:bodyPr wrap="square">
            <a:spAutoFit/>
          </a:bodyPr>
          <a:lstStyle/>
          <a:p>
            <a:pPr algn="ctr"/>
            <a:r>
              <a:rPr lang="en-IN" b="1"/>
              <a:t>SALARYBONUS</a:t>
            </a:r>
          </a:p>
        </p:txBody>
      </p:sp>
      <p:sp>
        <p:nvSpPr>
          <p:cNvPr id="9" name="TextBox 8">
            <a:extLst>
              <a:ext uri="{FF2B5EF4-FFF2-40B4-BE49-F238E27FC236}">
                <a16:creationId xmlns:a16="http://schemas.microsoft.com/office/drawing/2014/main" id="{7DE29C09-A0A3-FF3B-28FC-63B0631CABFD}"/>
              </a:ext>
            </a:extLst>
          </p:cNvPr>
          <p:cNvSpPr txBox="1"/>
          <p:nvPr/>
        </p:nvSpPr>
        <p:spPr>
          <a:xfrm rot="10800000" flipV="1">
            <a:off x="5931673" y="0"/>
            <a:ext cx="4667415" cy="369332"/>
          </a:xfrm>
          <a:prstGeom prst="rect">
            <a:avLst/>
          </a:prstGeom>
          <a:noFill/>
        </p:spPr>
        <p:txBody>
          <a:bodyPr wrap="square">
            <a:spAutoFit/>
          </a:bodyPr>
          <a:lstStyle/>
          <a:p>
            <a:pPr algn="ctr"/>
            <a:r>
              <a:rPr lang="en-IN" b="1"/>
              <a:t>QUALIFICATION</a:t>
            </a:r>
          </a:p>
        </p:txBody>
      </p:sp>
    </p:spTree>
    <p:extLst>
      <p:ext uri="{BB962C8B-B14F-4D97-AF65-F5344CB8AC3E}">
        <p14:creationId xmlns:p14="http://schemas.microsoft.com/office/powerpoint/2010/main" val="3869536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9832C7-18E9-70CE-B850-549529A71C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02" y="1709542"/>
            <a:ext cx="4698706" cy="4050923"/>
          </a:xfrm>
          <a:prstGeom prst="rect">
            <a:avLst/>
          </a:prstGeom>
        </p:spPr>
      </p:pic>
      <p:pic>
        <p:nvPicPr>
          <p:cNvPr id="5" name="Picture 4">
            <a:extLst>
              <a:ext uri="{FF2B5EF4-FFF2-40B4-BE49-F238E27FC236}">
                <a16:creationId xmlns:a16="http://schemas.microsoft.com/office/drawing/2014/main" id="{E99745C8-C5B7-713F-6C4B-F9B9C9A4AA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1379" y="1709541"/>
            <a:ext cx="6934419" cy="4050923"/>
          </a:xfrm>
          <a:prstGeom prst="rect">
            <a:avLst/>
          </a:prstGeom>
        </p:spPr>
      </p:pic>
      <p:sp>
        <p:nvSpPr>
          <p:cNvPr id="7" name="TextBox 6">
            <a:extLst>
              <a:ext uri="{FF2B5EF4-FFF2-40B4-BE49-F238E27FC236}">
                <a16:creationId xmlns:a16="http://schemas.microsoft.com/office/drawing/2014/main" id="{9E81E5ED-6E34-7091-76CA-5C60ECEB30B2}"/>
              </a:ext>
            </a:extLst>
          </p:cNvPr>
          <p:cNvSpPr txBox="1"/>
          <p:nvPr/>
        </p:nvSpPr>
        <p:spPr>
          <a:xfrm>
            <a:off x="604897" y="641606"/>
            <a:ext cx="3260035" cy="369332"/>
          </a:xfrm>
          <a:prstGeom prst="rect">
            <a:avLst/>
          </a:prstGeom>
          <a:noFill/>
        </p:spPr>
        <p:txBody>
          <a:bodyPr wrap="square">
            <a:spAutoFit/>
          </a:bodyPr>
          <a:lstStyle/>
          <a:p>
            <a:pPr algn="ctr"/>
            <a:r>
              <a:rPr lang="en-IN" b="1" dirty="0"/>
              <a:t>LEAVES</a:t>
            </a:r>
          </a:p>
        </p:txBody>
      </p:sp>
      <p:sp>
        <p:nvSpPr>
          <p:cNvPr id="9" name="TextBox 8">
            <a:extLst>
              <a:ext uri="{FF2B5EF4-FFF2-40B4-BE49-F238E27FC236}">
                <a16:creationId xmlns:a16="http://schemas.microsoft.com/office/drawing/2014/main" id="{D66D9206-BC46-1037-4A26-D3A6DB190730}"/>
              </a:ext>
            </a:extLst>
          </p:cNvPr>
          <p:cNvSpPr txBox="1"/>
          <p:nvPr/>
        </p:nvSpPr>
        <p:spPr>
          <a:xfrm>
            <a:off x="5176651" y="641606"/>
            <a:ext cx="6125049" cy="369332"/>
          </a:xfrm>
          <a:prstGeom prst="rect">
            <a:avLst/>
          </a:prstGeom>
          <a:noFill/>
        </p:spPr>
        <p:txBody>
          <a:bodyPr wrap="square">
            <a:spAutoFit/>
          </a:bodyPr>
          <a:lstStyle/>
          <a:p>
            <a:pPr algn="ctr"/>
            <a:r>
              <a:rPr lang="en-IN" b="1" dirty="0"/>
              <a:t>PAYROLL</a:t>
            </a:r>
          </a:p>
        </p:txBody>
      </p:sp>
    </p:spTree>
    <p:extLst>
      <p:ext uri="{BB962C8B-B14F-4D97-AF65-F5344CB8AC3E}">
        <p14:creationId xmlns:p14="http://schemas.microsoft.com/office/powerpoint/2010/main" val="523042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2A4F8D-A5C8-F08A-B6F9-8A902292D3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2915" y="563592"/>
            <a:ext cx="7386169" cy="5730815"/>
          </a:xfrm>
          <a:prstGeom prst="rect">
            <a:avLst/>
          </a:prstGeom>
        </p:spPr>
      </p:pic>
      <p:sp>
        <p:nvSpPr>
          <p:cNvPr id="7" name="TextBox 6">
            <a:extLst>
              <a:ext uri="{FF2B5EF4-FFF2-40B4-BE49-F238E27FC236}">
                <a16:creationId xmlns:a16="http://schemas.microsoft.com/office/drawing/2014/main" id="{04C56CD9-9483-E661-3147-F47DEA7B1867}"/>
              </a:ext>
            </a:extLst>
          </p:cNvPr>
          <p:cNvSpPr txBox="1"/>
          <p:nvPr/>
        </p:nvSpPr>
        <p:spPr>
          <a:xfrm>
            <a:off x="5100369" y="90744"/>
            <a:ext cx="2732416" cy="523220"/>
          </a:xfrm>
          <a:prstGeom prst="rect">
            <a:avLst/>
          </a:prstGeom>
          <a:noFill/>
        </p:spPr>
        <p:txBody>
          <a:bodyPr wrap="square">
            <a:spAutoFit/>
          </a:bodyPr>
          <a:lstStyle/>
          <a:p>
            <a:pPr algn="ctr"/>
            <a:r>
              <a:rPr lang="en-IN" sz="2800" b="1"/>
              <a:t>ER Diagram</a:t>
            </a:r>
          </a:p>
        </p:txBody>
      </p:sp>
    </p:spTree>
    <p:extLst>
      <p:ext uri="{BB962C8B-B14F-4D97-AF65-F5344CB8AC3E}">
        <p14:creationId xmlns:p14="http://schemas.microsoft.com/office/powerpoint/2010/main" val="1164037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02A51A-43F5-7807-4118-59C3783ED268}"/>
              </a:ext>
            </a:extLst>
          </p:cNvPr>
          <p:cNvSpPr txBox="1"/>
          <p:nvPr/>
        </p:nvSpPr>
        <p:spPr>
          <a:xfrm>
            <a:off x="0" y="86265"/>
            <a:ext cx="12042475" cy="4001095"/>
          </a:xfrm>
          <a:prstGeom prst="rect">
            <a:avLst/>
          </a:prstGeom>
          <a:noFill/>
        </p:spPr>
        <p:txBody>
          <a:bodyPr wrap="square">
            <a:spAutoFit/>
          </a:bodyPr>
          <a:lstStyle/>
          <a:p>
            <a:pPr algn="ctr" rtl="0">
              <a:spcBef>
                <a:spcPts val="1200"/>
              </a:spcBef>
              <a:spcAft>
                <a:spcPts val="1200"/>
              </a:spcAft>
              <a:buNone/>
            </a:pPr>
            <a:r>
              <a:rPr lang="en-US" sz="2400" b="1" i="0" u="none" strike="noStrike">
                <a:solidFill>
                  <a:srgbClr val="000000"/>
                </a:solidFill>
                <a:effectLst/>
                <a:latin typeface="Arial" panose="020B0604020202020204" pitchFamily="34" charset="0"/>
              </a:rPr>
              <a:t>Problem Statement:</a:t>
            </a:r>
            <a:endParaRPr lang="en-US" sz="2400" b="1">
              <a:effectLst/>
            </a:endParaRPr>
          </a:p>
          <a:p>
            <a:pPr marL="285750" indent="-285750" rtl="0">
              <a:spcBef>
                <a:spcPts val="1200"/>
              </a:spcBef>
              <a:spcAft>
                <a:spcPts val="1200"/>
              </a:spcAft>
              <a:buFont typeface="Wingdings" panose="05000000000000000000" pitchFamily="2" charset="2"/>
              <a:buChar char="§"/>
            </a:pPr>
            <a:r>
              <a:rPr lang="en-US" sz="1800" b="0" i="0" u="none" strike="noStrike">
                <a:solidFill>
                  <a:srgbClr val="000000"/>
                </a:solidFill>
                <a:effectLst/>
                <a:latin typeface="Arial" panose="020B0604020202020204" pitchFamily="34" charset="0"/>
              </a:rPr>
              <a:t>The objective of this project is to design and implement an </a:t>
            </a:r>
            <a:r>
              <a:rPr lang="en-US" sz="1800" b="1" i="0" u="none" strike="noStrike">
                <a:solidFill>
                  <a:srgbClr val="000000"/>
                </a:solidFill>
                <a:effectLst/>
                <a:latin typeface="Arial" panose="020B0604020202020204" pitchFamily="34" charset="0"/>
              </a:rPr>
              <a:t>Employee Management System</a:t>
            </a:r>
            <a:r>
              <a:rPr lang="en-US" sz="1800" b="0" i="0" u="none" strike="noStrike">
                <a:solidFill>
                  <a:srgbClr val="000000"/>
                </a:solidFill>
                <a:effectLst/>
                <a:latin typeface="Arial" panose="020B0604020202020204" pitchFamily="34" charset="0"/>
              </a:rPr>
              <a:t>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endParaRPr lang="en-US" b="0">
              <a:effectLst/>
            </a:endParaRPr>
          </a:p>
          <a:p>
            <a:pPr marL="285750" indent="-285750" rtl="0">
              <a:spcBef>
                <a:spcPts val="1200"/>
              </a:spcBef>
              <a:spcAft>
                <a:spcPts val="1200"/>
              </a:spcAft>
              <a:buFont typeface="Wingdings" panose="05000000000000000000" pitchFamily="2" charset="2"/>
              <a:buChar char="§"/>
            </a:pPr>
            <a:r>
              <a:rPr lang="en-US" sz="1800" b="0" i="0" u="none" strike="noStrike">
                <a:solidFill>
                  <a:srgbClr val="000000"/>
                </a:solidFill>
                <a:effectLst/>
                <a:latin typeface="Arial" panose="020B0604020202020204" pitchFamily="34" charset="0"/>
              </a:rPr>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endParaRPr lang="en-US" b="0">
              <a:effectLst/>
            </a:endParaRPr>
          </a:p>
          <a:p>
            <a:pPr algn="ctr">
              <a:buNone/>
            </a:pPr>
            <a:br>
              <a:rPr lang="en-US"/>
            </a:br>
            <a:endParaRPr lang="en-IN"/>
          </a:p>
        </p:txBody>
      </p:sp>
    </p:spTree>
    <p:extLst>
      <p:ext uri="{BB962C8B-B14F-4D97-AF65-F5344CB8AC3E}">
        <p14:creationId xmlns:p14="http://schemas.microsoft.com/office/powerpoint/2010/main" val="3632021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7AB564-FB9B-8DE8-90E7-6286B4E04C49}"/>
              </a:ext>
            </a:extLst>
          </p:cNvPr>
          <p:cNvSpPr txBox="1"/>
          <p:nvPr/>
        </p:nvSpPr>
        <p:spPr>
          <a:xfrm>
            <a:off x="1017917" y="396815"/>
            <a:ext cx="9583947" cy="1200329"/>
          </a:xfrm>
          <a:prstGeom prst="rect">
            <a:avLst/>
          </a:prstGeom>
          <a:noFill/>
        </p:spPr>
        <p:txBody>
          <a:bodyPr wrap="square">
            <a:spAutoFit/>
          </a:bodyPr>
          <a:lstStyle/>
          <a:p>
            <a:pPr algn="ctr" rtl="0" fontAlgn="base">
              <a:spcBef>
                <a:spcPts val="1200"/>
              </a:spcBef>
              <a:spcAft>
                <a:spcPts val="1200"/>
              </a:spcAft>
            </a:pPr>
            <a:r>
              <a:rPr lang="en-US" sz="2400" b="1" i="0" u="none" strike="noStrike">
                <a:solidFill>
                  <a:srgbClr val="000000"/>
                </a:solidFill>
                <a:effectLst/>
                <a:latin typeface="Arial" panose="020B0604020202020204" pitchFamily="34" charset="0"/>
              </a:rPr>
              <a:t>1.How many unique employees are currently in the system?</a:t>
            </a:r>
            <a:br>
              <a:rPr lang="en-US" sz="2400" b="1" i="0" u="none" strike="noStrike">
                <a:solidFill>
                  <a:srgbClr val="000000"/>
                </a:solidFill>
                <a:effectLst/>
                <a:latin typeface="Arial" panose="020B0604020202020204" pitchFamily="34" charset="0"/>
              </a:rPr>
            </a:br>
            <a:br>
              <a:rPr lang="en-US" sz="2400" b="1" i="0" u="none" strike="noStrike">
                <a:solidFill>
                  <a:srgbClr val="000000"/>
                </a:solidFill>
                <a:effectLst/>
                <a:latin typeface="Arial" panose="020B0604020202020204" pitchFamily="34" charset="0"/>
              </a:rPr>
            </a:br>
            <a:endParaRPr lang="en-US" sz="2400" b="1" i="0" u="none" strike="noStrike">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7EF0DE2C-1FAB-F8BB-824A-477677CEA9ED}"/>
              </a:ext>
            </a:extLst>
          </p:cNvPr>
          <p:cNvPicPr>
            <a:picLocks noChangeAspect="1"/>
          </p:cNvPicPr>
          <p:nvPr/>
        </p:nvPicPr>
        <p:blipFill>
          <a:blip r:embed="rId2"/>
          <a:stretch>
            <a:fillRect/>
          </a:stretch>
        </p:blipFill>
        <p:spPr>
          <a:xfrm>
            <a:off x="898651" y="1341080"/>
            <a:ext cx="5477639" cy="828791"/>
          </a:xfrm>
          <a:prstGeom prst="rect">
            <a:avLst/>
          </a:prstGeom>
        </p:spPr>
      </p:pic>
      <p:pic>
        <p:nvPicPr>
          <p:cNvPr id="7" name="Picture 6">
            <a:extLst>
              <a:ext uri="{FF2B5EF4-FFF2-40B4-BE49-F238E27FC236}">
                <a16:creationId xmlns:a16="http://schemas.microsoft.com/office/drawing/2014/main" id="{0BBFA3D0-66BA-6B3B-7570-98953C1007F8}"/>
              </a:ext>
            </a:extLst>
          </p:cNvPr>
          <p:cNvPicPr>
            <a:picLocks noChangeAspect="1"/>
          </p:cNvPicPr>
          <p:nvPr/>
        </p:nvPicPr>
        <p:blipFill>
          <a:blip r:embed="rId3"/>
          <a:stretch>
            <a:fillRect/>
          </a:stretch>
        </p:blipFill>
        <p:spPr>
          <a:xfrm>
            <a:off x="6885575" y="3271533"/>
            <a:ext cx="2734057" cy="1781424"/>
          </a:xfrm>
          <a:prstGeom prst="rect">
            <a:avLst/>
          </a:prstGeom>
        </p:spPr>
      </p:pic>
      <p:pic>
        <p:nvPicPr>
          <p:cNvPr id="11" name="Picture 10">
            <a:extLst>
              <a:ext uri="{FF2B5EF4-FFF2-40B4-BE49-F238E27FC236}">
                <a16:creationId xmlns:a16="http://schemas.microsoft.com/office/drawing/2014/main" id="{2000BC60-6A6C-CCBF-5310-A5672D879C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917" y="2438400"/>
            <a:ext cx="4829355" cy="4664407"/>
          </a:xfrm>
          <a:prstGeom prst="rect">
            <a:avLst/>
          </a:prstGeom>
        </p:spPr>
      </p:pic>
    </p:spTree>
    <p:extLst>
      <p:ext uri="{BB962C8B-B14F-4D97-AF65-F5344CB8AC3E}">
        <p14:creationId xmlns:p14="http://schemas.microsoft.com/office/powerpoint/2010/main" val="2881287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752D94-D760-7994-886D-5B78922B3ACD}"/>
              </a:ext>
            </a:extLst>
          </p:cNvPr>
          <p:cNvSpPr txBox="1"/>
          <p:nvPr/>
        </p:nvSpPr>
        <p:spPr>
          <a:xfrm>
            <a:off x="1302589" y="103517"/>
            <a:ext cx="10601864" cy="461665"/>
          </a:xfrm>
          <a:prstGeom prst="rect">
            <a:avLst/>
          </a:prstGeom>
          <a:noFill/>
        </p:spPr>
        <p:txBody>
          <a:bodyPr wrap="square">
            <a:spAutoFit/>
          </a:bodyPr>
          <a:lstStyle/>
          <a:p>
            <a:pPr algn="ctr"/>
            <a:r>
              <a:rPr lang="en-US" sz="2400" b="1" i="0" u="none" strike="noStrike">
                <a:solidFill>
                  <a:srgbClr val="000000"/>
                </a:solidFill>
                <a:effectLst/>
                <a:latin typeface="Arial" panose="020B0604020202020204" pitchFamily="34" charset="0"/>
              </a:rPr>
              <a:t>2.Which departments have the highest number of employees?</a:t>
            </a:r>
            <a:endParaRPr lang="en-IN" sz="2400" b="1"/>
          </a:p>
        </p:txBody>
      </p:sp>
      <p:pic>
        <p:nvPicPr>
          <p:cNvPr id="5" name="Picture 4">
            <a:extLst>
              <a:ext uri="{FF2B5EF4-FFF2-40B4-BE49-F238E27FC236}">
                <a16:creationId xmlns:a16="http://schemas.microsoft.com/office/drawing/2014/main" id="{E2D30E20-024E-143D-880A-B498A3B2B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47" y="725250"/>
            <a:ext cx="6106377" cy="2543530"/>
          </a:xfrm>
          <a:prstGeom prst="rect">
            <a:avLst/>
          </a:prstGeom>
        </p:spPr>
      </p:pic>
      <p:pic>
        <p:nvPicPr>
          <p:cNvPr id="7" name="Picture 6">
            <a:extLst>
              <a:ext uri="{FF2B5EF4-FFF2-40B4-BE49-F238E27FC236}">
                <a16:creationId xmlns:a16="http://schemas.microsoft.com/office/drawing/2014/main" id="{AEDBE42E-3B3E-9EE8-546C-6BEB0744D8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1636" y="2886508"/>
            <a:ext cx="3048425" cy="2810267"/>
          </a:xfrm>
          <a:prstGeom prst="rect">
            <a:avLst/>
          </a:prstGeom>
        </p:spPr>
      </p:pic>
      <p:pic>
        <p:nvPicPr>
          <p:cNvPr id="9" name="Picture 8">
            <a:extLst>
              <a:ext uri="{FF2B5EF4-FFF2-40B4-BE49-F238E27FC236}">
                <a16:creationId xmlns:a16="http://schemas.microsoft.com/office/drawing/2014/main" id="{01635F0D-0143-31C9-22A9-CE7A684A48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3144" y="3268780"/>
            <a:ext cx="3029309" cy="3029309"/>
          </a:xfrm>
          <a:prstGeom prst="rect">
            <a:avLst/>
          </a:prstGeom>
        </p:spPr>
      </p:pic>
    </p:spTree>
    <p:extLst>
      <p:ext uri="{BB962C8B-B14F-4D97-AF65-F5344CB8AC3E}">
        <p14:creationId xmlns:p14="http://schemas.microsoft.com/office/powerpoint/2010/main" val="1037277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89C6E-B608-99A9-DB4C-4CFF06BE5489}"/>
              </a:ext>
            </a:extLst>
          </p:cNvPr>
          <p:cNvSpPr txBox="1"/>
          <p:nvPr/>
        </p:nvSpPr>
        <p:spPr>
          <a:xfrm>
            <a:off x="3047280" y="129397"/>
            <a:ext cx="6295127" cy="707886"/>
          </a:xfrm>
          <a:prstGeom prst="rect">
            <a:avLst/>
          </a:prstGeom>
          <a:noFill/>
        </p:spPr>
        <p:txBody>
          <a:bodyPr wrap="square">
            <a:spAutoFit/>
          </a:bodyPr>
          <a:lstStyle/>
          <a:p>
            <a:pPr algn="ctr"/>
            <a:r>
              <a:rPr lang="en-US" sz="2000" b="1" i="0" u="none" strike="noStrike">
                <a:solidFill>
                  <a:srgbClr val="000000"/>
                </a:solidFill>
                <a:effectLst/>
                <a:latin typeface="Arial" panose="020B0604020202020204" pitchFamily="34" charset="0"/>
              </a:rPr>
              <a:t>3.What is the average salary per department?</a:t>
            </a:r>
            <a:br>
              <a:rPr lang="en-US" sz="2000" b="1" i="0" u="none" strike="noStrike">
                <a:solidFill>
                  <a:srgbClr val="000000"/>
                </a:solidFill>
                <a:effectLst/>
                <a:latin typeface="Arial" panose="020B0604020202020204" pitchFamily="34" charset="0"/>
              </a:rPr>
            </a:br>
            <a:endParaRPr lang="en-IN" sz="2000" b="1"/>
          </a:p>
        </p:txBody>
      </p:sp>
      <p:pic>
        <p:nvPicPr>
          <p:cNvPr id="5" name="Picture 4">
            <a:extLst>
              <a:ext uri="{FF2B5EF4-FFF2-40B4-BE49-F238E27FC236}">
                <a16:creationId xmlns:a16="http://schemas.microsoft.com/office/drawing/2014/main" id="{9101C899-60DF-F3BB-AA05-32FEA2D24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931" y="483340"/>
            <a:ext cx="5001323" cy="2581635"/>
          </a:xfrm>
          <a:prstGeom prst="rect">
            <a:avLst/>
          </a:prstGeom>
        </p:spPr>
      </p:pic>
      <p:pic>
        <p:nvPicPr>
          <p:cNvPr id="7" name="Picture 6">
            <a:extLst>
              <a:ext uri="{FF2B5EF4-FFF2-40B4-BE49-F238E27FC236}">
                <a16:creationId xmlns:a16="http://schemas.microsoft.com/office/drawing/2014/main" id="{A0260035-3778-A4BB-9FFE-D9433BE26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25" y="3350688"/>
            <a:ext cx="3200847" cy="3210373"/>
          </a:xfrm>
          <a:prstGeom prst="rect">
            <a:avLst/>
          </a:prstGeom>
        </p:spPr>
      </p:pic>
      <p:pic>
        <p:nvPicPr>
          <p:cNvPr id="9" name="Picture 8">
            <a:extLst>
              <a:ext uri="{FF2B5EF4-FFF2-40B4-BE49-F238E27FC236}">
                <a16:creationId xmlns:a16="http://schemas.microsoft.com/office/drawing/2014/main" id="{5A79F9DF-EFEC-EA6F-9485-BB69AB578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3589" y="2674188"/>
            <a:ext cx="4054415" cy="4054415"/>
          </a:xfrm>
          <a:prstGeom prst="rect">
            <a:avLst/>
          </a:prstGeom>
        </p:spPr>
      </p:pic>
    </p:spTree>
    <p:extLst>
      <p:ext uri="{BB962C8B-B14F-4D97-AF65-F5344CB8AC3E}">
        <p14:creationId xmlns:p14="http://schemas.microsoft.com/office/powerpoint/2010/main" val="4271749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4C63D6-4E30-2988-5649-E2553E3161C6}"/>
              </a:ext>
            </a:extLst>
          </p:cNvPr>
          <p:cNvSpPr txBox="1"/>
          <p:nvPr/>
        </p:nvSpPr>
        <p:spPr>
          <a:xfrm>
            <a:off x="3047280" y="232913"/>
            <a:ext cx="6881723" cy="707886"/>
          </a:xfrm>
          <a:prstGeom prst="rect">
            <a:avLst/>
          </a:prstGeom>
          <a:noFill/>
        </p:spPr>
        <p:txBody>
          <a:bodyPr wrap="square">
            <a:spAutoFit/>
          </a:bodyPr>
          <a:lstStyle/>
          <a:p>
            <a:pPr algn="ctr"/>
            <a:r>
              <a:rPr lang="en-US" sz="2000" b="1" i="0" u="none" strike="noStrike">
                <a:solidFill>
                  <a:srgbClr val="000000"/>
                </a:solidFill>
                <a:effectLst/>
                <a:latin typeface="Arial" panose="020B0604020202020204" pitchFamily="34" charset="0"/>
              </a:rPr>
              <a:t>4.Who are the top 5 highest-paid employees?</a:t>
            </a:r>
            <a:br>
              <a:rPr lang="en-US" sz="2000" b="1" i="0" u="none" strike="noStrike">
                <a:solidFill>
                  <a:srgbClr val="000000"/>
                </a:solidFill>
                <a:effectLst/>
                <a:latin typeface="Arial" panose="020B0604020202020204" pitchFamily="34" charset="0"/>
              </a:rPr>
            </a:br>
            <a:endParaRPr lang="en-IN" sz="2000" b="1"/>
          </a:p>
        </p:txBody>
      </p:sp>
      <p:pic>
        <p:nvPicPr>
          <p:cNvPr id="5" name="Picture 4">
            <a:extLst>
              <a:ext uri="{FF2B5EF4-FFF2-40B4-BE49-F238E27FC236}">
                <a16:creationId xmlns:a16="http://schemas.microsoft.com/office/drawing/2014/main" id="{74D2A33D-2670-1702-D4E4-1A468B948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214" y="586856"/>
            <a:ext cx="3439005" cy="3743847"/>
          </a:xfrm>
          <a:prstGeom prst="rect">
            <a:avLst/>
          </a:prstGeom>
        </p:spPr>
      </p:pic>
      <p:pic>
        <p:nvPicPr>
          <p:cNvPr id="7" name="Picture 6">
            <a:extLst>
              <a:ext uri="{FF2B5EF4-FFF2-40B4-BE49-F238E27FC236}">
                <a16:creationId xmlns:a16="http://schemas.microsoft.com/office/drawing/2014/main" id="{E66A49C2-88E3-33D5-69B6-9A972DBE9D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5823" y="4110136"/>
            <a:ext cx="5430008" cy="2514951"/>
          </a:xfrm>
          <a:prstGeom prst="rect">
            <a:avLst/>
          </a:prstGeom>
        </p:spPr>
      </p:pic>
      <p:pic>
        <p:nvPicPr>
          <p:cNvPr id="9" name="Picture 8">
            <a:extLst>
              <a:ext uri="{FF2B5EF4-FFF2-40B4-BE49-F238E27FC236}">
                <a16:creationId xmlns:a16="http://schemas.microsoft.com/office/drawing/2014/main" id="{C70CA7A7-687D-D2EE-1D0E-D16B5742AB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8718" y="481885"/>
            <a:ext cx="3753928" cy="3753928"/>
          </a:xfrm>
          <a:prstGeom prst="rect">
            <a:avLst/>
          </a:prstGeom>
        </p:spPr>
      </p:pic>
    </p:spTree>
    <p:extLst>
      <p:ext uri="{BB962C8B-B14F-4D97-AF65-F5344CB8AC3E}">
        <p14:creationId xmlns:p14="http://schemas.microsoft.com/office/powerpoint/2010/main" val="3706702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A174B2-C005-7CB2-2DE7-6A9A5D46E7B6}"/>
              </a:ext>
            </a:extLst>
          </p:cNvPr>
          <p:cNvSpPr txBox="1"/>
          <p:nvPr/>
        </p:nvSpPr>
        <p:spPr>
          <a:xfrm>
            <a:off x="3047281" y="69012"/>
            <a:ext cx="7865134" cy="707886"/>
          </a:xfrm>
          <a:prstGeom prst="rect">
            <a:avLst/>
          </a:prstGeom>
          <a:noFill/>
        </p:spPr>
        <p:txBody>
          <a:bodyPr wrap="square">
            <a:spAutoFit/>
          </a:bodyPr>
          <a:lstStyle/>
          <a:p>
            <a:pPr algn="ctr"/>
            <a:r>
              <a:rPr lang="en-US" sz="2000" b="1" i="0" u="none" strike="noStrike">
                <a:solidFill>
                  <a:srgbClr val="000000"/>
                </a:solidFill>
                <a:effectLst/>
                <a:latin typeface="Arial" panose="020B0604020202020204" pitchFamily="34" charset="0"/>
              </a:rPr>
              <a:t>5.What is the total salary expenditure across the company?</a:t>
            </a:r>
            <a:br>
              <a:rPr lang="en-US" sz="2000" b="1" i="0" u="none" strike="noStrike">
                <a:solidFill>
                  <a:srgbClr val="000000"/>
                </a:solidFill>
                <a:effectLst/>
                <a:latin typeface="Arial" panose="020B0604020202020204" pitchFamily="34" charset="0"/>
              </a:rPr>
            </a:br>
            <a:endParaRPr lang="en-IN" sz="2000" b="1"/>
          </a:p>
        </p:txBody>
      </p:sp>
      <p:pic>
        <p:nvPicPr>
          <p:cNvPr id="5" name="Picture 4">
            <a:extLst>
              <a:ext uri="{FF2B5EF4-FFF2-40B4-BE49-F238E27FC236}">
                <a16:creationId xmlns:a16="http://schemas.microsoft.com/office/drawing/2014/main" id="{BD242288-7368-9D93-677C-08299CC76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69" y="686526"/>
            <a:ext cx="6477904" cy="1171739"/>
          </a:xfrm>
          <a:prstGeom prst="rect">
            <a:avLst/>
          </a:prstGeom>
        </p:spPr>
      </p:pic>
      <p:pic>
        <p:nvPicPr>
          <p:cNvPr id="7" name="Picture 6">
            <a:extLst>
              <a:ext uri="{FF2B5EF4-FFF2-40B4-BE49-F238E27FC236}">
                <a16:creationId xmlns:a16="http://schemas.microsoft.com/office/drawing/2014/main" id="{EBAABA8D-7922-E0BC-1684-54F0AC39E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9727" y="4983644"/>
            <a:ext cx="2962688" cy="1238423"/>
          </a:xfrm>
          <a:prstGeom prst="rect">
            <a:avLst/>
          </a:prstGeom>
        </p:spPr>
      </p:pic>
      <p:pic>
        <p:nvPicPr>
          <p:cNvPr id="9" name="Picture 8">
            <a:extLst>
              <a:ext uri="{FF2B5EF4-FFF2-40B4-BE49-F238E27FC236}">
                <a16:creationId xmlns:a16="http://schemas.microsoft.com/office/drawing/2014/main" id="{D39BB0AA-08FC-8E1F-497B-74B9791546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1821" y="1506262"/>
            <a:ext cx="5282726" cy="5282726"/>
          </a:xfrm>
          <a:prstGeom prst="rect">
            <a:avLst/>
          </a:prstGeom>
        </p:spPr>
      </p:pic>
    </p:spTree>
    <p:extLst>
      <p:ext uri="{BB962C8B-B14F-4D97-AF65-F5344CB8AC3E}">
        <p14:creationId xmlns:p14="http://schemas.microsoft.com/office/powerpoint/2010/main" val="3875910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E5DC09-8300-E830-C059-26680E757D26}"/>
              </a:ext>
            </a:extLst>
          </p:cNvPr>
          <p:cNvSpPr txBox="1"/>
          <p:nvPr/>
        </p:nvSpPr>
        <p:spPr>
          <a:xfrm>
            <a:off x="3047281" y="94891"/>
            <a:ext cx="6415896" cy="369332"/>
          </a:xfrm>
          <a:prstGeom prst="rect">
            <a:avLst/>
          </a:prstGeom>
          <a:noFill/>
        </p:spPr>
        <p:txBody>
          <a:bodyPr wrap="square">
            <a:spAutoFit/>
          </a:bodyPr>
          <a:lstStyle/>
          <a:p>
            <a:pPr algn="ctr" rtl="0">
              <a:spcBef>
                <a:spcPts val="1400"/>
              </a:spcBef>
              <a:spcAft>
                <a:spcPts val="400"/>
              </a:spcAft>
              <a:buNone/>
            </a:pPr>
            <a:r>
              <a:rPr lang="en-US" sz="1800" b="1" i="0" u="none" strike="noStrike">
                <a:solidFill>
                  <a:srgbClr val="000000"/>
                </a:solidFill>
                <a:effectLst/>
                <a:latin typeface="Arial" panose="020B0604020202020204" pitchFamily="34" charset="0"/>
              </a:rPr>
              <a:t>JOB ROLE AND DEPARTMENT ANALYSIS</a:t>
            </a:r>
            <a:endParaRPr lang="en-US" b="1">
              <a:effectLst/>
            </a:endParaRPr>
          </a:p>
        </p:txBody>
      </p:sp>
      <p:sp>
        <p:nvSpPr>
          <p:cNvPr id="5" name="TextBox 4">
            <a:extLst>
              <a:ext uri="{FF2B5EF4-FFF2-40B4-BE49-F238E27FC236}">
                <a16:creationId xmlns:a16="http://schemas.microsoft.com/office/drawing/2014/main" id="{338108D7-B00C-A9B2-5E6C-1B3F9B8A81A7}"/>
              </a:ext>
            </a:extLst>
          </p:cNvPr>
          <p:cNvSpPr txBox="1"/>
          <p:nvPr/>
        </p:nvSpPr>
        <p:spPr>
          <a:xfrm>
            <a:off x="3047280" y="464223"/>
            <a:ext cx="6795460"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1.How many different job roles exist in each department?</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EBB3C30B-12D5-90EB-05D6-20EDC5E1B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5" y="925888"/>
            <a:ext cx="3867690" cy="1438476"/>
          </a:xfrm>
          <a:prstGeom prst="rect">
            <a:avLst/>
          </a:prstGeom>
        </p:spPr>
      </p:pic>
      <p:pic>
        <p:nvPicPr>
          <p:cNvPr id="9" name="Picture 8">
            <a:extLst>
              <a:ext uri="{FF2B5EF4-FFF2-40B4-BE49-F238E27FC236}">
                <a16:creationId xmlns:a16="http://schemas.microsoft.com/office/drawing/2014/main" id="{B5642FC3-64BD-3D01-96C2-1E1F11E21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315" y="3698137"/>
            <a:ext cx="3210373" cy="2429214"/>
          </a:xfrm>
          <a:prstGeom prst="rect">
            <a:avLst/>
          </a:prstGeom>
        </p:spPr>
      </p:pic>
      <p:pic>
        <p:nvPicPr>
          <p:cNvPr id="11" name="Picture 10">
            <a:extLst>
              <a:ext uri="{FF2B5EF4-FFF2-40B4-BE49-F238E27FC236}">
                <a16:creationId xmlns:a16="http://schemas.microsoft.com/office/drawing/2014/main" id="{EE1132E8-ED95-0B3B-80C0-5F156ACB57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2382" y="1248042"/>
            <a:ext cx="5515067" cy="5515067"/>
          </a:xfrm>
          <a:prstGeom prst="rect">
            <a:avLst/>
          </a:prstGeom>
        </p:spPr>
      </p:pic>
    </p:spTree>
    <p:extLst>
      <p:ext uri="{BB962C8B-B14F-4D97-AF65-F5344CB8AC3E}">
        <p14:creationId xmlns:p14="http://schemas.microsoft.com/office/powerpoint/2010/main" val="3462481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0498BA-31D0-71B3-5141-704EB7CD245C}"/>
              </a:ext>
            </a:extLst>
          </p:cNvPr>
          <p:cNvSpPr txBox="1"/>
          <p:nvPr/>
        </p:nvSpPr>
        <p:spPr>
          <a:xfrm>
            <a:off x="3047280" y="146649"/>
            <a:ext cx="6510788" cy="923330"/>
          </a:xfrm>
          <a:prstGeom prst="rect">
            <a:avLst/>
          </a:prstGeom>
          <a:noFill/>
        </p:spPr>
        <p:txBody>
          <a:bodyPr wrap="square">
            <a:spAutoFit/>
          </a:bodyPr>
          <a:lstStyle/>
          <a:p>
            <a:pPr rtl="0" fontAlgn="base">
              <a:spcBef>
                <a:spcPts val="1200"/>
              </a:spcBef>
              <a:spcAft>
                <a:spcPts val="1200"/>
              </a:spcAft>
            </a:pPr>
            <a:r>
              <a:rPr lang="en-US" sz="1800" b="1" i="0" u="none" strike="noStrike">
                <a:solidFill>
                  <a:srgbClr val="000000"/>
                </a:solidFill>
                <a:effectLst/>
                <a:latin typeface="Arial" panose="020B0604020202020204" pitchFamily="34" charset="0"/>
              </a:rPr>
              <a:t>2.What is the average salary range per department?</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9" name="Picture 8">
            <a:extLst>
              <a:ext uri="{FF2B5EF4-FFF2-40B4-BE49-F238E27FC236}">
                <a16:creationId xmlns:a16="http://schemas.microsoft.com/office/drawing/2014/main" id="{91C33E14-96B3-3C90-13DB-8C86A1330D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276" y="691863"/>
            <a:ext cx="3743847" cy="1971950"/>
          </a:xfrm>
          <a:prstGeom prst="rect">
            <a:avLst/>
          </a:prstGeom>
        </p:spPr>
      </p:pic>
      <p:pic>
        <p:nvPicPr>
          <p:cNvPr id="11" name="Picture 10">
            <a:extLst>
              <a:ext uri="{FF2B5EF4-FFF2-40B4-BE49-F238E27FC236}">
                <a16:creationId xmlns:a16="http://schemas.microsoft.com/office/drawing/2014/main" id="{B2C129E3-9AB1-4151-E7CB-D179D6472E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6883" y="3552651"/>
            <a:ext cx="3429479" cy="2495898"/>
          </a:xfrm>
          <a:prstGeom prst="rect">
            <a:avLst/>
          </a:prstGeom>
        </p:spPr>
      </p:pic>
      <p:pic>
        <p:nvPicPr>
          <p:cNvPr id="13" name="Picture 12">
            <a:extLst>
              <a:ext uri="{FF2B5EF4-FFF2-40B4-BE49-F238E27FC236}">
                <a16:creationId xmlns:a16="http://schemas.microsoft.com/office/drawing/2014/main" id="{268D54FF-DC16-B0E1-2E23-C9E63C7DFC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7438" y="1164566"/>
            <a:ext cx="5262113" cy="5262113"/>
          </a:xfrm>
          <a:prstGeom prst="rect">
            <a:avLst/>
          </a:prstGeom>
        </p:spPr>
      </p:pic>
    </p:spTree>
    <p:extLst>
      <p:ext uri="{BB962C8B-B14F-4D97-AF65-F5344CB8AC3E}">
        <p14:creationId xmlns:p14="http://schemas.microsoft.com/office/powerpoint/2010/main" val="3912891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030CF6-ED7D-E75F-84D1-E1F31D0A0DC1}"/>
              </a:ext>
            </a:extLst>
          </p:cNvPr>
          <p:cNvSpPr txBox="1"/>
          <p:nvPr/>
        </p:nvSpPr>
        <p:spPr>
          <a:xfrm>
            <a:off x="3047281" y="60385"/>
            <a:ext cx="6493534"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3.Which job roles offer the highest salary?</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7F96DC15-7106-3CCF-4AC1-24E2CF6469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16" y="670526"/>
            <a:ext cx="3210373" cy="2476846"/>
          </a:xfrm>
          <a:prstGeom prst="rect">
            <a:avLst/>
          </a:prstGeom>
        </p:spPr>
      </p:pic>
      <p:pic>
        <p:nvPicPr>
          <p:cNvPr id="7" name="Picture 6">
            <a:extLst>
              <a:ext uri="{FF2B5EF4-FFF2-40B4-BE49-F238E27FC236}">
                <a16:creationId xmlns:a16="http://schemas.microsoft.com/office/drawing/2014/main" id="{BEFAEDBC-EFDB-8541-901D-1E1202C873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1259" y="4337887"/>
            <a:ext cx="3839111" cy="790685"/>
          </a:xfrm>
          <a:prstGeom prst="rect">
            <a:avLst/>
          </a:prstGeom>
        </p:spPr>
      </p:pic>
      <p:pic>
        <p:nvPicPr>
          <p:cNvPr id="9" name="Picture 8">
            <a:extLst>
              <a:ext uri="{FF2B5EF4-FFF2-40B4-BE49-F238E27FC236}">
                <a16:creationId xmlns:a16="http://schemas.microsoft.com/office/drawing/2014/main" id="{187AC840-27B2-FB34-D3BE-14DB1EA47A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1869" y="3147372"/>
            <a:ext cx="5943601" cy="3962401"/>
          </a:xfrm>
          <a:prstGeom prst="rect">
            <a:avLst/>
          </a:prstGeom>
        </p:spPr>
      </p:pic>
    </p:spTree>
    <p:extLst>
      <p:ext uri="{BB962C8B-B14F-4D97-AF65-F5344CB8AC3E}">
        <p14:creationId xmlns:p14="http://schemas.microsoft.com/office/powerpoint/2010/main" val="317348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AF576B-3DC9-917E-D84C-C6F8207BD3C3}"/>
              </a:ext>
            </a:extLst>
          </p:cNvPr>
          <p:cNvSpPr txBox="1"/>
          <p:nvPr/>
        </p:nvSpPr>
        <p:spPr>
          <a:xfrm>
            <a:off x="3047281" y="241541"/>
            <a:ext cx="7287164" cy="369332"/>
          </a:xfrm>
          <a:prstGeom prst="rect">
            <a:avLst/>
          </a:prstGeom>
          <a:noFill/>
        </p:spPr>
        <p:txBody>
          <a:bodyPr wrap="square">
            <a:spAutoFit/>
          </a:bodyPr>
          <a:lstStyle/>
          <a:p>
            <a:pPr rtl="0" fontAlgn="base">
              <a:spcBef>
                <a:spcPts val="1200"/>
              </a:spcBef>
              <a:spcAft>
                <a:spcPts val="1200"/>
              </a:spcAft>
            </a:pPr>
            <a:r>
              <a:rPr lang="en-US" sz="1800" b="1" i="0" u="none" strike="noStrike">
                <a:solidFill>
                  <a:srgbClr val="000000"/>
                </a:solidFill>
                <a:effectLst/>
                <a:latin typeface="Arial" panose="020B0604020202020204" pitchFamily="34" charset="0"/>
              </a:rPr>
              <a:t>4.Which departments have the highest total salary allocation?</a:t>
            </a:r>
          </a:p>
        </p:txBody>
      </p:sp>
      <p:pic>
        <p:nvPicPr>
          <p:cNvPr id="5" name="Picture 4">
            <a:extLst>
              <a:ext uri="{FF2B5EF4-FFF2-40B4-BE49-F238E27FC236}">
                <a16:creationId xmlns:a16="http://schemas.microsoft.com/office/drawing/2014/main" id="{035D0B93-47B0-D6E8-CB02-01FCACCB7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32" y="843166"/>
            <a:ext cx="5391902" cy="2238687"/>
          </a:xfrm>
          <a:prstGeom prst="rect">
            <a:avLst/>
          </a:prstGeom>
        </p:spPr>
      </p:pic>
      <p:pic>
        <p:nvPicPr>
          <p:cNvPr id="7" name="Picture 6">
            <a:extLst>
              <a:ext uri="{FF2B5EF4-FFF2-40B4-BE49-F238E27FC236}">
                <a16:creationId xmlns:a16="http://schemas.microsoft.com/office/drawing/2014/main" id="{D0ABD7C3-073A-383A-27FA-49E895333E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1912" y="3567839"/>
            <a:ext cx="3943900" cy="2448267"/>
          </a:xfrm>
          <a:prstGeom prst="rect">
            <a:avLst/>
          </a:prstGeom>
        </p:spPr>
      </p:pic>
      <p:pic>
        <p:nvPicPr>
          <p:cNvPr id="9" name="Picture 8">
            <a:extLst>
              <a:ext uri="{FF2B5EF4-FFF2-40B4-BE49-F238E27FC236}">
                <a16:creationId xmlns:a16="http://schemas.microsoft.com/office/drawing/2014/main" id="{2F5051FE-FDAB-01C7-2AC9-1F35F3ED81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726" y="2003962"/>
            <a:ext cx="8364029" cy="5576019"/>
          </a:xfrm>
          <a:prstGeom prst="rect">
            <a:avLst/>
          </a:prstGeom>
        </p:spPr>
      </p:pic>
    </p:spTree>
    <p:extLst>
      <p:ext uri="{BB962C8B-B14F-4D97-AF65-F5344CB8AC3E}">
        <p14:creationId xmlns:p14="http://schemas.microsoft.com/office/powerpoint/2010/main" val="4105767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0108E2-E27B-D6DA-0898-27E5655E2D59}"/>
              </a:ext>
            </a:extLst>
          </p:cNvPr>
          <p:cNvSpPr txBox="1"/>
          <p:nvPr/>
        </p:nvSpPr>
        <p:spPr>
          <a:xfrm>
            <a:off x="3047281" y="94891"/>
            <a:ext cx="7451066" cy="369332"/>
          </a:xfrm>
          <a:prstGeom prst="rect">
            <a:avLst/>
          </a:prstGeom>
          <a:noFill/>
        </p:spPr>
        <p:txBody>
          <a:bodyPr wrap="square">
            <a:spAutoFit/>
          </a:bodyPr>
          <a:lstStyle/>
          <a:p>
            <a:pPr algn="ctr"/>
            <a:r>
              <a:rPr lang="en-IN" sz="1800" b="1" i="0" u="none" strike="noStrike">
                <a:solidFill>
                  <a:srgbClr val="000000"/>
                </a:solidFill>
                <a:effectLst/>
                <a:latin typeface="Arial" panose="020B0604020202020204" pitchFamily="34" charset="0"/>
              </a:rPr>
              <a:t>QUALIFICATION AND SKILLS ANALYSIS</a:t>
            </a:r>
            <a:endParaRPr lang="en-IN"/>
          </a:p>
        </p:txBody>
      </p:sp>
      <p:sp>
        <p:nvSpPr>
          <p:cNvPr id="5" name="TextBox 4">
            <a:extLst>
              <a:ext uri="{FF2B5EF4-FFF2-40B4-BE49-F238E27FC236}">
                <a16:creationId xmlns:a16="http://schemas.microsoft.com/office/drawing/2014/main" id="{E450D659-54D0-45B5-A8DE-7C6F13D9B9FD}"/>
              </a:ext>
            </a:extLst>
          </p:cNvPr>
          <p:cNvSpPr txBox="1"/>
          <p:nvPr/>
        </p:nvSpPr>
        <p:spPr>
          <a:xfrm rot="10800000" flipV="1">
            <a:off x="3047275" y="518859"/>
            <a:ext cx="7106015"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1.How many employees have at least one qualification listed?</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9A36269A-F70B-F06A-9946-88B35DB844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11" y="980524"/>
            <a:ext cx="7259063" cy="1247949"/>
          </a:xfrm>
          <a:prstGeom prst="rect">
            <a:avLst/>
          </a:prstGeom>
        </p:spPr>
      </p:pic>
      <p:pic>
        <p:nvPicPr>
          <p:cNvPr id="9" name="Picture 8">
            <a:extLst>
              <a:ext uri="{FF2B5EF4-FFF2-40B4-BE49-F238E27FC236}">
                <a16:creationId xmlns:a16="http://schemas.microsoft.com/office/drawing/2014/main" id="{C4846899-4B4C-6E58-F12D-8F3294D8CA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5539" y="3638790"/>
            <a:ext cx="4153480" cy="990738"/>
          </a:xfrm>
          <a:prstGeom prst="rect">
            <a:avLst/>
          </a:prstGeom>
        </p:spPr>
      </p:pic>
      <p:pic>
        <p:nvPicPr>
          <p:cNvPr id="11" name="Picture 10">
            <a:extLst>
              <a:ext uri="{FF2B5EF4-FFF2-40B4-BE49-F238E27FC236}">
                <a16:creationId xmlns:a16="http://schemas.microsoft.com/office/drawing/2014/main" id="{2B8F4F1C-8330-9FAE-E2CE-9E52256D8B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4721" y="1763623"/>
            <a:ext cx="9349596" cy="6233064"/>
          </a:xfrm>
          <a:prstGeom prst="rect">
            <a:avLst/>
          </a:prstGeom>
        </p:spPr>
      </p:pic>
    </p:spTree>
    <p:extLst>
      <p:ext uri="{BB962C8B-B14F-4D97-AF65-F5344CB8AC3E}">
        <p14:creationId xmlns:p14="http://schemas.microsoft.com/office/powerpoint/2010/main" val="1126459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595ED7-104C-BF13-461F-714E7A4A6C7C}"/>
              </a:ext>
            </a:extLst>
          </p:cNvPr>
          <p:cNvSpPr txBox="1"/>
          <p:nvPr/>
        </p:nvSpPr>
        <p:spPr>
          <a:xfrm>
            <a:off x="3047280" y="0"/>
            <a:ext cx="6502161"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2.Which positions require the most qualifications?</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97175B77-7EB4-8DBD-206D-6B3F615DC4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592" y="923330"/>
            <a:ext cx="5563376" cy="1667108"/>
          </a:xfrm>
          <a:prstGeom prst="rect">
            <a:avLst/>
          </a:prstGeom>
        </p:spPr>
      </p:pic>
      <p:pic>
        <p:nvPicPr>
          <p:cNvPr id="7" name="Picture 6">
            <a:extLst>
              <a:ext uri="{FF2B5EF4-FFF2-40B4-BE49-F238E27FC236}">
                <a16:creationId xmlns:a16="http://schemas.microsoft.com/office/drawing/2014/main" id="{EB552662-6323-2ECB-2F03-FABC77665D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9118" y="2260361"/>
            <a:ext cx="3572374" cy="4286848"/>
          </a:xfrm>
          <a:prstGeom prst="rect">
            <a:avLst/>
          </a:prstGeom>
        </p:spPr>
      </p:pic>
      <p:pic>
        <p:nvPicPr>
          <p:cNvPr id="9" name="Picture 8">
            <a:extLst>
              <a:ext uri="{FF2B5EF4-FFF2-40B4-BE49-F238E27FC236}">
                <a16:creationId xmlns:a16="http://schemas.microsoft.com/office/drawing/2014/main" id="{521BD86D-6DF5-5EB2-DE14-C252DB64FC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9623" y="1457268"/>
            <a:ext cx="8100203" cy="5400135"/>
          </a:xfrm>
          <a:prstGeom prst="rect">
            <a:avLst/>
          </a:prstGeom>
        </p:spPr>
      </p:pic>
    </p:spTree>
    <p:extLst>
      <p:ext uri="{BB962C8B-B14F-4D97-AF65-F5344CB8AC3E}">
        <p14:creationId xmlns:p14="http://schemas.microsoft.com/office/powerpoint/2010/main" val="210089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93DAF9-B431-EAC5-B841-59C7F74607A4}"/>
              </a:ext>
            </a:extLst>
          </p:cNvPr>
          <p:cNvSpPr txBox="1"/>
          <p:nvPr/>
        </p:nvSpPr>
        <p:spPr>
          <a:xfrm>
            <a:off x="3047280" y="1"/>
            <a:ext cx="7244033"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3.Which employees have the highest number of qualifications?</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FF3A5DB7-B52D-4983-E955-923D7FEA4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212" y="534987"/>
            <a:ext cx="5258534" cy="3010320"/>
          </a:xfrm>
          <a:prstGeom prst="rect">
            <a:avLst/>
          </a:prstGeom>
        </p:spPr>
      </p:pic>
      <p:pic>
        <p:nvPicPr>
          <p:cNvPr id="7" name="Picture 6">
            <a:extLst>
              <a:ext uri="{FF2B5EF4-FFF2-40B4-BE49-F238E27FC236}">
                <a16:creationId xmlns:a16="http://schemas.microsoft.com/office/drawing/2014/main" id="{91EEBB72-EAF0-F834-081D-3720AB9F47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9150" y="2577211"/>
            <a:ext cx="5372850" cy="4153480"/>
          </a:xfrm>
          <a:prstGeom prst="rect">
            <a:avLst/>
          </a:prstGeom>
        </p:spPr>
      </p:pic>
      <p:pic>
        <p:nvPicPr>
          <p:cNvPr id="9" name="Picture 8">
            <a:extLst>
              <a:ext uri="{FF2B5EF4-FFF2-40B4-BE49-F238E27FC236}">
                <a16:creationId xmlns:a16="http://schemas.microsoft.com/office/drawing/2014/main" id="{48CA3294-520F-BFE5-3573-742EA590AF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500" y="3007264"/>
            <a:ext cx="5776104" cy="3850736"/>
          </a:xfrm>
          <a:prstGeom prst="rect">
            <a:avLst/>
          </a:prstGeom>
        </p:spPr>
      </p:pic>
    </p:spTree>
    <p:extLst>
      <p:ext uri="{BB962C8B-B14F-4D97-AF65-F5344CB8AC3E}">
        <p14:creationId xmlns:p14="http://schemas.microsoft.com/office/powerpoint/2010/main" val="577453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9EEA97-F642-4B6C-939B-2EE37C779BDF}"/>
              </a:ext>
            </a:extLst>
          </p:cNvPr>
          <p:cNvSpPr txBox="1"/>
          <p:nvPr/>
        </p:nvSpPr>
        <p:spPr>
          <a:xfrm>
            <a:off x="3047280" y="189781"/>
            <a:ext cx="7545957" cy="369332"/>
          </a:xfrm>
          <a:prstGeom prst="rect">
            <a:avLst/>
          </a:prstGeom>
          <a:noFill/>
        </p:spPr>
        <p:txBody>
          <a:bodyPr wrap="square">
            <a:spAutoFit/>
          </a:bodyPr>
          <a:lstStyle/>
          <a:p>
            <a:pPr algn="ctr" rtl="0">
              <a:spcBef>
                <a:spcPts val="1400"/>
              </a:spcBef>
              <a:spcAft>
                <a:spcPts val="400"/>
              </a:spcAft>
              <a:buNone/>
            </a:pPr>
            <a:r>
              <a:rPr lang="en-IN" sz="1800" b="1" i="0" u="none" strike="noStrike">
                <a:solidFill>
                  <a:srgbClr val="000000"/>
                </a:solidFill>
                <a:effectLst/>
                <a:latin typeface="Arial" panose="020B0604020202020204" pitchFamily="34" charset="0"/>
              </a:rPr>
              <a:t> LEAVE AND ABSENCE PATTERNS</a:t>
            </a:r>
            <a:endParaRPr lang="en-IN" b="1">
              <a:effectLst/>
            </a:endParaRPr>
          </a:p>
        </p:txBody>
      </p:sp>
      <p:sp>
        <p:nvSpPr>
          <p:cNvPr id="5" name="TextBox 4">
            <a:extLst>
              <a:ext uri="{FF2B5EF4-FFF2-40B4-BE49-F238E27FC236}">
                <a16:creationId xmlns:a16="http://schemas.microsoft.com/office/drawing/2014/main" id="{33F22C63-C782-5A4F-51AC-E0B6D900DD9F}"/>
              </a:ext>
            </a:extLst>
          </p:cNvPr>
          <p:cNvSpPr txBox="1"/>
          <p:nvPr/>
        </p:nvSpPr>
        <p:spPr>
          <a:xfrm>
            <a:off x="3047281" y="655608"/>
            <a:ext cx="6743700"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1.Which year had the most employees taking leaves?</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46895E83-D79C-8AD8-7115-70F61762D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657" y="1051954"/>
            <a:ext cx="4544059" cy="1562318"/>
          </a:xfrm>
          <a:prstGeom prst="rect">
            <a:avLst/>
          </a:prstGeom>
        </p:spPr>
      </p:pic>
      <p:pic>
        <p:nvPicPr>
          <p:cNvPr id="9" name="Picture 8">
            <a:extLst>
              <a:ext uri="{FF2B5EF4-FFF2-40B4-BE49-F238E27FC236}">
                <a16:creationId xmlns:a16="http://schemas.microsoft.com/office/drawing/2014/main" id="{7E227F78-4033-E12F-3C28-52711DDF6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7286" y="2334545"/>
            <a:ext cx="3467584" cy="981212"/>
          </a:xfrm>
          <a:prstGeom prst="rect">
            <a:avLst/>
          </a:prstGeom>
        </p:spPr>
      </p:pic>
      <p:pic>
        <p:nvPicPr>
          <p:cNvPr id="11" name="Picture 10">
            <a:extLst>
              <a:ext uri="{FF2B5EF4-FFF2-40B4-BE49-F238E27FC236}">
                <a16:creationId xmlns:a16="http://schemas.microsoft.com/office/drawing/2014/main" id="{339BBB61-90E9-9503-C7D2-7942281631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76883"/>
            <a:ext cx="8600537" cy="5733691"/>
          </a:xfrm>
          <a:prstGeom prst="rect">
            <a:avLst/>
          </a:prstGeom>
        </p:spPr>
      </p:pic>
    </p:spTree>
    <p:extLst>
      <p:ext uri="{BB962C8B-B14F-4D97-AF65-F5344CB8AC3E}">
        <p14:creationId xmlns:p14="http://schemas.microsoft.com/office/powerpoint/2010/main" val="1824989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3A6DD9-83DC-9206-C054-B2260902F6CC}"/>
              </a:ext>
            </a:extLst>
          </p:cNvPr>
          <p:cNvSpPr txBox="1"/>
          <p:nvPr/>
        </p:nvSpPr>
        <p:spPr>
          <a:xfrm>
            <a:off x="1958196" y="146649"/>
            <a:ext cx="9903125" cy="923330"/>
          </a:xfrm>
          <a:prstGeom prst="rect">
            <a:avLst/>
          </a:prstGeom>
          <a:noFill/>
        </p:spPr>
        <p:txBody>
          <a:bodyPr wrap="square">
            <a:spAutoFit/>
          </a:bodyPr>
          <a:lstStyle/>
          <a:p>
            <a:pPr rtl="0" fontAlgn="base">
              <a:spcBef>
                <a:spcPts val="1200"/>
              </a:spcBef>
              <a:spcAft>
                <a:spcPts val="1200"/>
              </a:spcAft>
            </a:pPr>
            <a:r>
              <a:rPr lang="en-US" sz="1800" b="1" i="0" u="none" strike="noStrike">
                <a:solidFill>
                  <a:srgbClr val="000000"/>
                </a:solidFill>
                <a:effectLst/>
                <a:latin typeface="Arial" panose="020B0604020202020204" pitchFamily="34" charset="0"/>
              </a:rPr>
              <a:t>2.What is the average number of leave days taken by its employees per department?</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2" name="Picture 1" descr="A computer screen shot of a computer code&#10;&#10;AI-generated content may be incorrect.">
            <a:extLst>
              <a:ext uri="{FF2B5EF4-FFF2-40B4-BE49-F238E27FC236}">
                <a16:creationId xmlns:a16="http://schemas.microsoft.com/office/drawing/2014/main" id="{E94B6179-E1B6-E4DC-532F-9FD6B0BBE60F}"/>
              </a:ext>
            </a:extLst>
          </p:cNvPr>
          <p:cNvPicPr>
            <a:picLocks noChangeAspect="1"/>
          </p:cNvPicPr>
          <p:nvPr/>
        </p:nvPicPr>
        <p:blipFill>
          <a:blip r:embed="rId2"/>
          <a:stretch>
            <a:fillRect/>
          </a:stretch>
        </p:blipFill>
        <p:spPr>
          <a:xfrm>
            <a:off x="224452" y="705260"/>
            <a:ext cx="7515225" cy="2628900"/>
          </a:xfrm>
          <a:prstGeom prst="rect">
            <a:avLst/>
          </a:prstGeom>
        </p:spPr>
      </p:pic>
      <p:pic>
        <p:nvPicPr>
          <p:cNvPr id="4" name="Picture 3" descr="A screenshot of a table&#10;&#10;AI-generated content may be incorrect.">
            <a:extLst>
              <a:ext uri="{FF2B5EF4-FFF2-40B4-BE49-F238E27FC236}">
                <a16:creationId xmlns:a16="http://schemas.microsoft.com/office/drawing/2014/main" id="{33886BB0-5693-CEA7-13E1-0E0C84E6AF42}"/>
              </a:ext>
            </a:extLst>
          </p:cNvPr>
          <p:cNvPicPr>
            <a:picLocks noChangeAspect="1"/>
          </p:cNvPicPr>
          <p:nvPr/>
        </p:nvPicPr>
        <p:blipFill>
          <a:blip r:embed="rId3"/>
          <a:stretch>
            <a:fillRect/>
          </a:stretch>
        </p:blipFill>
        <p:spPr>
          <a:xfrm>
            <a:off x="8123860" y="3970659"/>
            <a:ext cx="3409950" cy="2524125"/>
          </a:xfrm>
          <a:prstGeom prst="rect">
            <a:avLst/>
          </a:prstGeom>
        </p:spPr>
      </p:pic>
      <p:pic>
        <p:nvPicPr>
          <p:cNvPr id="5" name="Picture 4" descr="A calendar with a number on it&#10;&#10;AI-generated content may be incorrect.">
            <a:extLst>
              <a:ext uri="{FF2B5EF4-FFF2-40B4-BE49-F238E27FC236}">
                <a16:creationId xmlns:a16="http://schemas.microsoft.com/office/drawing/2014/main" id="{E06E8617-C1DB-11AA-8709-73B360BB521F}"/>
              </a:ext>
            </a:extLst>
          </p:cNvPr>
          <p:cNvPicPr>
            <a:picLocks noChangeAspect="1"/>
          </p:cNvPicPr>
          <p:nvPr/>
        </p:nvPicPr>
        <p:blipFill>
          <a:blip r:embed="rId4"/>
          <a:stretch>
            <a:fillRect/>
          </a:stretch>
        </p:blipFill>
        <p:spPr>
          <a:xfrm>
            <a:off x="1767086" y="3019063"/>
            <a:ext cx="4436963" cy="4427318"/>
          </a:xfrm>
          <a:prstGeom prst="rect">
            <a:avLst/>
          </a:prstGeom>
        </p:spPr>
      </p:pic>
    </p:spTree>
    <p:extLst>
      <p:ext uri="{BB962C8B-B14F-4D97-AF65-F5344CB8AC3E}">
        <p14:creationId xmlns:p14="http://schemas.microsoft.com/office/powerpoint/2010/main" val="881668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3E907A-2393-0DC5-53AC-9E24FD433F74}"/>
              </a:ext>
            </a:extLst>
          </p:cNvPr>
          <p:cNvSpPr txBox="1"/>
          <p:nvPr/>
        </p:nvSpPr>
        <p:spPr>
          <a:xfrm>
            <a:off x="3047281" y="129396"/>
            <a:ext cx="6122598" cy="923330"/>
          </a:xfrm>
          <a:prstGeom prst="rect">
            <a:avLst/>
          </a:prstGeom>
          <a:noFill/>
        </p:spPr>
        <p:txBody>
          <a:bodyPr wrap="square">
            <a:spAutoFit/>
          </a:bodyPr>
          <a:lstStyle/>
          <a:p>
            <a:pPr algn="ctr" rtl="0" fontAlgn="base">
              <a:spcBef>
                <a:spcPts val="1200"/>
              </a:spcBef>
              <a:spcAft>
                <a:spcPts val="1200"/>
              </a:spcAft>
            </a:pPr>
            <a:r>
              <a:rPr lang="en-US" b="1">
                <a:solidFill>
                  <a:srgbClr val="000000"/>
                </a:solidFill>
                <a:latin typeface="Arial" panose="020B0604020202020204" pitchFamily="34" charset="0"/>
              </a:rPr>
              <a:t>3.</a:t>
            </a:r>
            <a:r>
              <a:rPr lang="en-US" sz="1800" b="1" i="0" u="none" strike="noStrike">
                <a:solidFill>
                  <a:srgbClr val="000000"/>
                </a:solidFill>
                <a:effectLst/>
                <a:latin typeface="Arial" panose="020B0604020202020204" pitchFamily="34" charset="0"/>
              </a:rPr>
              <a:t>Which employees have taken the most leaves?</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2" name="Picture 1" descr="A screenshot of a computer program&#10;&#10;AI-generated content may be incorrect.">
            <a:extLst>
              <a:ext uri="{FF2B5EF4-FFF2-40B4-BE49-F238E27FC236}">
                <a16:creationId xmlns:a16="http://schemas.microsoft.com/office/drawing/2014/main" id="{B8855C71-A142-904B-AD5E-21439B0989CB}"/>
              </a:ext>
            </a:extLst>
          </p:cNvPr>
          <p:cNvPicPr>
            <a:picLocks noChangeAspect="1"/>
          </p:cNvPicPr>
          <p:nvPr/>
        </p:nvPicPr>
        <p:blipFill>
          <a:blip r:embed="rId2"/>
          <a:stretch>
            <a:fillRect/>
          </a:stretch>
        </p:blipFill>
        <p:spPr>
          <a:xfrm>
            <a:off x="124850" y="427118"/>
            <a:ext cx="5248275" cy="500062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6F67AA9C-28F3-3DDF-AADE-F69F63EF27DA}"/>
              </a:ext>
            </a:extLst>
          </p:cNvPr>
          <p:cNvPicPr>
            <a:picLocks noChangeAspect="1"/>
          </p:cNvPicPr>
          <p:nvPr/>
        </p:nvPicPr>
        <p:blipFill>
          <a:blip r:embed="rId3"/>
          <a:stretch>
            <a:fillRect/>
          </a:stretch>
        </p:blipFill>
        <p:spPr>
          <a:xfrm>
            <a:off x="7466636" y="428866"/>
            <a:ext cx="4724400" cy="4514850"/>
          </a:xfrm>
          <a:prstGeom prst="rect">
            <a:avLst/>
          </a:prstGeom>
        </p:spPr>
      </p:pic>
      <p:pic>
        <p:nvPicPr>
          <p:cNvPr id="5" name="Picture 4" descr="A logo for a company&#10;&#10;AI-generated content may be incorrect.">
            <a:extLst>
              <a:ext uri="{FF2B5EF4-FFF2-40B4-BE49-F238E27FC236}">
                <a16:creationId xmlns:a16="http://schemas.microsoft.com/office/drawing/2014/main" id="{C4113289-57AF-0555-1B14-99BF923FCE5B}"/>
              </a:ext>
            </a:extLst>
          </p:cNvPr>
          <p:cNvPicPr>
            <a:picLocks noChangeAspect="1"/>
          </p:cNvPicPr>
          <p:nvPr/>
        </p:nvPicPr>
        <p:blipFill>
          <a:blip r:embed="rId4"/>
          <a:stretch>
            <a:fillRect/>
          </a:stretch>
        </p:blipFill>
        <p:spPr>
          <a:xfrm>
            <a:off x="3863424" y="-90792"/>
            <a:ext cx="3829292" cy="3838937"/>
          </a:xfrm>
          <a:prstGeom prst="rect">
            <a:avLst/>
          </a:prstGeom>
        </p:spPr>
      </p:pic>
    </p:spTree>
    <p:extLst>
      <p:ext uri="{BB962C8B-B14F-4D97-AF65-F5344CB8AC3E}">
        <p14:creationId xmlns:p14="http://schemas.microsoft.com/office/powerpoint/2010/main" val="2135074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F5B776-253B-8DAE-17D5-63C55DD7BD50}"/>
              </a:ext>
            </a:extLst>
          </p:cNvPr>
          <p:cNvSpPr txBox="1"/>
          <p:nvPr/>
        </p:nvSpPr>
        <p:spPr>
          <a:xfrm>
            <a:off x="3047280" y="103518"/>
            <a:ext cx="7261285"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4.What is the total number of leave days taken company-wide?</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570AE49C-A29B-46B6-2E38-BC45D78DDB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7127"/>
            <a:ext cx="4077269" cy="647790"/>
          </a:xfrm>
          <a:prstGeom prst="rect">
            <a:avLst/>
          </a:prstGeom>
        </p:spPr>
      </p:pic>
      <p:pic>
        <p:nvPicPr>
          <p:cNvPr id="7" name="Picture 6">
            <a:extLst>
              <a:ext uri="{FF2B5EF4-FFF2-40B4-BE49-F238E27FC236}">
                <a16:creationId xmlns:a16="http://schemas.microsoft.com/office/drawing/2014/main" id="{659EE58E-541C-1A62-FC4C-61D1763BE4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2080" y="2416154"/>
            <a:ext cx="2191056" cy="714475"/>
          </a:xfrm>
          <a:prstGeom prst="rect">
            <a:avLst/>
          </a:prstGeom>
        </p:spPr>
      </p:pic>
      <p:pic>
        <p:nvPicPr>
          <p:cNvPr id="9" name="Picture 8">
            <a:extLst>
              <a:ext uri="{FF2B5EF4-FFF2-40B4-BE49-F238E27FC236}">
                <a16:creationId xmlns:a16="http://schemas.microsoft.com/office/drawing/2014/main" id="{F1252A4F-BB3C-C307-6586-B235045859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2280" y="957127"/>
            <a:ext cx="10287000" cy="6858000"/>
          </a:xfrm>
          <a:prstGeom prst="rect">
            <a:avLst/>
          </a:prstGeom>
        </p:spPr>
      </p:pic>
    </p:spTree>
    <p:extLst>
      <p:ext uri="{BB962C8B-B14F-4D97-AF65-F5344CB8AC3E}">
        <p14:creationId xmlns:p14="http://schemas.microsoft.com/office/powerpoint/2010/main" val="545548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43E432-E43A-78B7-A93E-4BA0708FA05D}"/>
              </a:ext>
            </a:extLst>
          </p:cNvPr>
          <p:cNvSpPr txBox="1"/>
          <p:nvPr/>
        </p:nvSpPr>
        <p:spPr>
          <a:xfrm>
            <a:off x="3047280" y="129396"/>
            <a:ext cx="6338259"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5.How do leave days correlate with payroll amounts?</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003BBAAA-E44E-7D74-D185-98421BE696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57" y="591061"/>
            <a:ext cx="4887007" cy="3439005"/>
          </a:xfrm>
          <a:prstGeom prst="rect">
            <a:avLst/>
          </a:prstGeom>
        </p:spPr>
      </p:pic>
      <p:pic>
        <p:nvPicPr>
          <p:cNvPr id="7" name="Picture 6">
            <a:extLst>
              <a:ext uri="{FF2B5EF4-FFF2-40B4-BE49-F238E27FC236}">
                <a16:creationId xmlns:a16="http://schemas.microsoft.com/office/drawing/2014/main" id="{5A375468-0334-A608-02F6-4BF53DA77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2502" y="2490947"/>
            <a:ext cx="4420217" cy="4153480"/>
          </a:xfrm>
          <a:prstGeom prst="rect">
            <a:avLst/>
          </a:prstGeom>
        </p:spPr>
      </p:pic>
      <p:pic>
        <p:nvPicPr>
          <p:cNvPr id="9" name="Picture 8">
            <a:extLst>
              <a:ext uri="{FF2B5EF4-FFF2-40B4-BE49-F238E27FC236}">
                <a16:creationId xmlns:a16="http://schemas.microsoft.com/office/drawing/2014/main" id="{CE6AA9F3-EDB4-C7FA-F30E-EB2F560D19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2051" y="1588059"/>
            <a:ext cx="8711015" cy="5807343"/>
          </a:xfrm>
          <a:prstGeom prst="rect">
            <a:avLst/>
          </a:prstGeom>
        </p:spPr>
      </p:pic>
    </p:spTree>
    <p:extLst>
      <p:ext uri="{BB962C8B-B14F-4D97-AF65-F5344CB8AC3E}">
        <p14:creationId xmlns:p14="http://schemas.microsoft.com/office/powerpoint/2010/main" val="2948870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F62040-3F64-724F-3E6D-0594E74399FB}"/>
              </a:ext>
            </a:extLst>
          </p:cNvPr>
          <p:cNvSpPr txBox="1"/>
          <p:nvPr/>
        </p:nvSpPr>
        <p:spPr>
          <a:xfrm>
            <a:off x="3047281" y="103517"/>
            <a:ext cx="5622266" cy="369332"/>
          </a:xfrm>
          <a:prstGeom prst="rect">
            <a:avLst/>
          </a:prstGeom>
          <a:noFill/>
        </p:spPr>
        <p:txBody>
          <a:bodyPr wrap="square">
            <a:spAutoFit/>
          </a:bodyPr>
          <a:lstStyle/>
          <a:p>
            <a:pPr algn="ctr" rtl="0">
              <a:spcBef>
                <a:spcPts val="1400"/>
              </a:spcBef>
              <a:spcAft>
                <a:spcPts val="400"/>
              </a:spcAft>
              <a:buNone/>
            </a:pPr>
            <a:r>
              <a:rPr lang="en-US" sz="1800" b="1" i="0" u="none" strike="noStrike">
                <a:solidFill>
                  <a:srgbClr val="000000"/>
                </a:solidFill>
                <a:effectLst/>
                <a:latin typeface="Arial" panose="020B0604020202020204" pitchFamily="34" charset="0"/>
              </a:rPr>
              <a:t> PAYROLL AND COMPENSATION ANALYSIS</a:t>
            </a:r>
            <a:endParaRPr lang="en-US" b="1">
              <a:effectLst/>
            </a:endParaRPr>
          </a:p>
        </p:txBody>
      </p:sp>
      <p:sp>
        <p:nvSpPr>
          <p:cNvPr id="5" name="TextBox 4">
            <a:extLst>
              <a:ext uri="{FF2B5EF4-FFF2-40B4-BE49-F238E27FC236}">
                <a16:creationId xmlns:a16="http://schemas.microsoft.com/office/drawing/2014/main" id="{C3E54B99-0CEF-21ED-EA8F-9C2504A7DE6C}"/>
              </a:ext>
            </a:extLst>
          </p:cNvPr>
          <p:cNvSpPr txBox="1"/>
          <p:nvPr/>
        </p:nvSpPr>
        <p:spPr>
          <a:xfrm>
            <a:off x="3047281" y="472849"/>
            <a:ext cx="5518749"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1.What is the total monthly payroll processed?</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46EFA1F1-DCFD-3A3E-21A2-B5CA2B9E79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902" y="842181"/>
            <a:ext cx="4429743" cy="1876687"/>
          </a:xfrm>
          <a:prstGeom prst="rect">
            <a:avLst/>
          </a:prstGeom>
        </p:spPr>
      </p:pic>
      <p:pic>
        <p:nvPicPr>
          <p:cNvPr id="9" name="Picture 8">
            <a:extLst>
              <a:ext uri="{FF2B5EF4-FFF2-40B4-BE49-F238E27FC236}">
                <a16:creationId xmlns:a16="http://schemas.microsoft.com/office/drawing/2014/main" id="{8E19EB05-CC84-FA22-D73D-0F75E856AA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1736" y="3944721"/>
            <a:ext cx="5344271" cy="952633"/>
          </a:xfrm>
          <a:prstGeom prst="rect">
            <a:avLst/>
          </a:prstGeom>
        </p:spPr>
      </p:pic>
      <p:pic>
        <p:nvPicPr>
          <p:cNvPr id="11" name="Picture 10">
            <a:extLst>
              <a:ext uri="{FF2B5EF4-FFF2-40B4-BE49-F238E27FC236}">
                <a16:creationId xmlns:a16="http://schemas.microsoft.com/office/drawing/2014/main" id="{C8525064-1A71-C583-2D6E-8842D59C41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914" y="2706537"/>
            <a:ext cx="5143500" cy="3429000"/>
          </a:xfrm>
          <a:prstGeom prst="rect">
            <a:avLst/>
          </a:prstGeom>
        </p:spPr>
      </p:pic>
    </p:spTree>
    <p:extLst>
      <p:ext uri="{BB962C8B-B14F-4D97-AF65-F5344CB8AC3E}">
        <p14:creationId xmlns:p14="http://schemas.microsoft.com/office/powerpoint/2010/main" val="761253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D1DE64-C7A9-7DE3-F8B6-FD2AAA4391DE}"/>
              </a:ext>
            </a:extLst>
          </p:cNvPr>
          <p:cNvSpPr txBox="1"/>
          <p:nvPr/>
        </p:nvSpPr>
        <p:spPr>
          <a:xfrm>
            <a:off x="3047281" y="120770"/>
            <a:ext cx="6122598"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2.What is the average bonus given per department?</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338F5B85-FA8E-BE1E-FB97-545B11DAB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887" y="690063"/>
            <a:ext cx="3581900" cy="2010056"/>
          </a:xfrm>
          <a:prstGeom prst="rect">
            <a:avLst/>
          </a:prstGeom>
        </p:spPr>
      </p:pic>
      <p:pic>
        <p:nvPicPr>
          <p:cNvPr id="7" name="Picture 6">
            <a:extLst>
              <a:ext uri="{FF2B5EF4-FFF2-40B4-BE49-F238E27FC236}">
                <a16:creationId xmlns:a16="http://schemas.microsoft.com/office/drawing/2014/main" id="{11D80CBE-456A-0B1D-8D57-7436D33F5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6839" y="2682917"/>
            <a:ext cx="3343742" cy="2686425"/>
          </a:xfrm>
          <a:prstGeom prst="rect">
            <a:avLst/>
          </a:prstGeom>
        </p:spPr>
      </p:pic>
      <p:pic>
        <p:nvPicPr>
          <p:cNvPr id="9" name="Picture 8">
            <a:extLst>
              <a:ext uri="{FF2B5EF4-FFF2-40B4-BE49-F238E27FC236}">
                <a16:creationId xmlns:a16="http://schemas.microsoft.com/office/drawing/2014/main" id="{4D749A79-36B3-10D0-21BD-B46DA9EF3E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3320" y="1670987"/>
            <a:ext cx="3343742" cy="5015613"/>
          </a:xfrm>
          <a:prstGeom prst="rect">
            <a:avLst/>
          </a:prstGeom>
        </p:spPr>
      </p:pic>
    </p:spTree>
    <p:extLst>
      <p:ext uri="{BB962C8B-B14F-4D97-AF65-F5344CB8AC3E}">
        <p14:creationId xmlns:p14="http://schemas.microsoft.com/office/powerpoint/2010/main" val="3065580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82D30E-A0E8-31D9-C607-E730D91B34FE}"/>
              </a:ext>
            </a:extLst>
          </p:cNvPr>
          <p:cNvSpPr txBox="1"/>
          <p:nvPr/>
        </p:nvSpPr>
        <p:spPr>
          <a:xfrm>
            <a:off x="3047281" y="0"/>
            <a:ext cx="6674689" cy="923330"/>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3.Which department receives the highest total bonuses?</a:t>
            </a:r>
            <a:br>
              <a:rPr lang="en-US" sz="1800" b="1" i="0" u="none" strike="noStrike">
                <a:solidFill>
                  <a:srgbClr val="000000"/>
                </a:solidFill>
                <a:effectLst/>
                <a:latin typeface="Arial" panose="020B0604020202020204" pitchFamily="34" charset="0"/>
              </a:rPr>
            </a:br>
            <a:br>
              <a:rPr lang="en-US" sz="1800" b="1" i="0" u="none" strike="noStrike">
                <a:solidFill>
                  <a:srgbClr val="000000"/>
                </a:solidFill>
                <a:effectLst/>
                <a:latin typeface="Arial" panose="020B0604020202020204" pitchFamily="34" charset="0"/>
              </a:rPr>
            </a:br>
            <a:endParaRPr lang="en-US" sz="1800" b="1" i="0" u="none" strike="noStrike">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DD1AEA1F-A972-BACE-B205-3751DFC84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677" y="759865"/>
            <a:ext cx="3820058" cy="2267266"/>
          </a:xfrm>
          <a:prstGeom prst="rect">
            <a:avLst/>
          </a:prstGeom>
        </p:spPr>
      </p:pic>
      <p:pic>
        <p:nvPicPr>
          <p:cNvPr id="9" name="Picture 8">
            <a:extLst>
              <a:ext uri="{FF2B5EF4-FFF2-40B4-BE49-F238E27FC236}">
                <a16:creationId xmlns:a16="http://schemas.microsoft.com/office/drawing/2014/main" id="{A118305B-4BCA-E6EE-5F96-F8793EDF1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2893" y="2522772"/>
            <a:ext cx="2676899" cy="2657846"/>
          </a:xfrm>
          <a:prstGeom prst="rect">
            <a:avLst/>
          </a:prstGeom>
        </p:spPr>
      </p:pic>
      <p:pic>
        <p:nvPicPr>
          <p:cNvPr id="11" name="Picture 10">
            <a:extLst>
              <a:ext uri="{FF2B5EF4-FFF2-40B4-BE49-F238E27FC236}">
                <a16:creationId xmlns:a16="http://schemas.microsoft.com/office/drawing/2014/main" id="{CDB3CD10-C9FA-46C9-A895-7EDE3DE3E4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8760" y="3163366"/>
            <a:ext cx="4379348" cy="3128106"/>
          </a:xfrm>
          <a:prstGeom prst="rect">
            <a:avLst/>
          </a:prstGeom>
        </p:spPr>
      </p:pic>
    </p:spTree>
    <p:extLst>
      <p:ext uri="{BB962C8B-B14F-4D97-AF65-F5344CB8AC3E}">
        <p14:creationId xmlns:p14="http://schemas.microsoft.com/office/powerpoint/2010/main" val="1075762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6507FC-45DD-ECFF-12CA-B92BB98017B7}"/>
              </a:ext>
            </a:extLst>
          </p:cNvPr>
          <p:cNvSpPr txBox="1"/>
          <p:nvPr/>
        </p:nvSpPr>
        <p:spPr>
          <a:xfrm>
            <a:off x="3047279" y="86264"/>
            <a:ext cx="6502161" cy="646331"/>
          </a:xfrm>
          <a:prstGeom prst="rect">
            <a:avLst/>
          </a:prstGeom>
          <a:noFill/>
        </p:spPr>
        <p:txBody>
          <a:bodyPr wrap="square">
            <a:spAutoFit/>
          </a:bodyPr>
          <a:lstStyle/>
          <a:p>
            <a:pPr algn="ctr" rtl="0" fontAlgn="base">
              <a:spcBef>
                <a:spcPts val="1200"/>
              </a:spcBef>
              <a:spcAft>
                <a:spcPts val="1200"/>
              </a:spcAft>
            </a:pPr>
            <a:r>
              <a:rPr lang="en-US" sz="1800" b="1" i="0" u="none" strike="noStrike">
                <a:solidFill>
                  <a:srgbClr val="000000"/>
                </a:solidFill>
                <a:effectLst/>
                <a:latin typeface="Arial" panose="020B0604020202020204" pitchFamily="34" charset="0"/>
              </a:rPr>
              <a:t>4.What is the average value of </a:t>
            </a:r>
            <a:r>
              <a:rPr lang="en-US" sz="1800" b="1" i="0" u="none" strike="noStrike" err="1">
                <a:solidFill>
                  <a:srgbClr val="000000"/>
                </a:solidFill>
                <a:effectLst/>
                <a:latin typeface="Roboto Mono" panose="020F0502020204030204" pitchFamily="49" charset="0"/>
              </a:rPr>
              <a:t>total_amount</a:t>
            </a:r>
            <a:r>
              <a:rPr lang="en-US" sz="1800" b="1" i="0" u="none" strike="noStrike">
                <a:solidFill>
                  <a:srgbClr val="000000"/>
                </a:solidFill>
                <a:effectLst/>
                <a:latin typeface="Arial" panose="020B0604020202020204" pitchFamily="34" charset="0"/>
              </a:rPr>
              <a:t> after considering leave deductions?</a:t>
            </a:r>
          </a:p>
        </p:txBody>
      </p:sp>
      <p:pic>
        <p:nvPicPr>
          <p:cNvPr id="5" name="Picture 4">
            <a:extLst>
              <a:ext uri="{FF2B5EF4-FFF2-40B4-BE49-F238E27FC236}">
                <a16:creationId xmlns:a16="http://schemas.microsoft.com/office/drawing/2014/main" id="{5DEC56A0-83A1-504F-D827-36422C7C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49" y="880917"/>
            <a:ext cx="6687483" cy="800212"/>
          </a:xfrm>
          <a:prstGeom prst="rect">
            <a:avLst/>
          </a:prstGeom>
        </p:spPr>
      </p:pic>
      <p:pic>
        <p:nvPicPr>
          <p:cNvPr id="7" name="Picture 6">
            <a:extLst>
              <a:ext uri="{FF2B5EF4-FFF2-40B4-BE49-F238E27FC236}">
                <a16:creationId xmlns:a16="http://schemas.microsoft.com/office/drawing/2014/main" id="{5C0C4F1B-A600-B87C-6D7B-B79D3F41E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3882" y="4913502"/>
            <a:ext cx="3953427" cy="714475"/>
          </a:xfrm>
          <a:prstGeom prst="rect">
            <a:avLst/>
          </a:prstGeom>
        </p:spPr>
      </p:pic>
      <p:pic>
        <p:nvPicPr>
          <p:cNvPr id="9" name="Picture 8">
            <a:extLst>
              <a:ext uri="{FF2B5EF4-FFF2-40B4-BE49-F238E27FC236}">
                <a16:creationId xmlns:a16="http://schemas.microsoft.com/office/drawing/2014/main" id="{530843DC-2137-5FD9-712D-957E24AAFE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949" y="1587260"/>
            <a:ext cx="8827355" cy="2714844"/>
          </a:xfrm>
          <a:prstGeom prst="rect">
            <a:avLst/>
          </a:prstGeom>
        </p:spPr>
      </p:pic>
    </p:spTree>
    <p:extLst>
      <p:ext uri="{BB962C8B-B14F-4D97-AF65-F5344CB8AC3E}">
        <p14:creationId xmlns:p14="http://schemas.microsoft.com/office/powerpoint/2010/main" val="403192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Rectangle 6">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2EC3E0C-194E-FC2E-A398-FC16DEE71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752345"/>
            <a:ext cx="10905066" cy="3353308"/>
          </a:xfrm>
          <a:prstGeom prst="rect">
            <a:avLst/>
          </a:prstGeom>
          <a:ln>
            <a:noFill/>
          </a:ln>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03B6C840-BF94-189E-72DA-8A8862A15381}"/>
                  </a:ext>
                </a:extLst>
              </p14:cNvPr>
              <p14:cNvContentPartPr/>
              <p14:nvPr/>
            </p14:nvContentPartPr>
            <p14:xfrm>
              <a:off x="9621455" y="6563810"/>
              <a:ext cx="14468" cy="14468"/>
            </p14:xfrm>
          </p:contentPart>
        </mc:Choice>
        <mc:Fallback xmlns="">
          <p:pic>
            <p:nvPicPr>
              <p:cNvPr id="4" name="Ink 3">
                <a:extLst>
                  <a:ext uri="{FF2B5EF4-FFF2-40B4-BE49-F238E27FC236}">
                    <a16:creationId xmlns:a16="http://schemas.microsoft.com/office/drawing/2014/main" id="{03B6C840-BF94-189E-72DA-8A8862A15381}"/>
                  </a:ext>
                </a:extLst>
              </p:cNvPr>
              <p:cNvPicPr/>
              <p:nvPr/>
            </p:nvPicPr>
            <p:blipFill>
              <a:blip r:embed="rId4"/>
              <a:stretch>
                <a:fillRect/>
              </a:stretch>
            </p:blipFill>
            <p:spPr>
              <a:xfrm>
                <a:off x="8912523" y="5854878"/>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F6E98C06-2B8A-059F-397A-D9039E608DED}"/>
                  </a:ext>
                </a:extLst>
              </p14:cNvPr>
              <p14:cNvContentPartPr/>
              <p14:nvPr/>
            </p14:nvContentPartPr>
            <p14:xfrm>
              <a:off x="8840164" y="5377405"/>
              <a:ext cx="14468" cy="14468"/>
            </p14:xfrm>
          </p:contentPart>
        </mc:Choice>
        <mc:Fallback xmlns="">
          <p:pic>
            <p:nvPicPr>
              <p:cNvPr id="17" name="Ink 16">
                <a:extLst>
                  <a:ext uri="{FF2B5EF4-FFF2-40B4-BE49-F238E27FC236}">
                    <a16:creationId xmlns:a16="http://schemas.microsoft.com/office/drawing/2014/main" id="{F6E98C06-2B8A-059F-397A-D9039E608DED}"/>
                  </a:ext>
                </a:extLst>
              </p:cNvPr>
              <p:cNvPicPr/>
              <p:nvPr/>
            </p:nvPicPr>
            <p:blipFill>
              <a:blip r:embed="rId4"/>
              <a:stretch>
                <a:fillRect/>
              </a:stretch>
            </p:blipFill>
            <p:spPr>
              <a:xfrm>
                <a:off x="8131232" y="4654005"/>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5B66CC53-45B2-59B2-2157-C1C6EF4F2322}"/>
                  </a:ext>
                </a:extLst>
              </p14:cNvPr>
              <p14:cNvContentPartPr/>
              <p14:nvPr/>
            </p14:nvContentPartPr>
            <p14:xfrm>
              <a:off x="8840164" y="5377405"/>
              <a:ext cx="14468" cy="14468"/>
            </p14:xfrm>
          </p:contentPart>
        </mc:Choice>
        <mc:Fallback xmlns="">
          <p:pic>
            <p:nvPicPr>
              <p:cNvPr id="18" name="Ink 17">
                <a:extLst>
                  <a:ext uri="{FF2B5EF4-FFF2-40B4-BE49-F238E27FC236}">
                    <a16:creationId xmlns:a16="http://schemas.microsoft.com/office/drawing/2014/main" id="{5B66CC53-45B2-59B2-2157-C1C6EF4F2322}"/>
                  </a:ext>
                </a:extLst>
              </p:cNvPr>
              <p:cNvPicPr/>
              <p:nvPr/>
            </p:nvPicPr>
            <p:blipFill>
              <a:blip r:embed="rId4"/>
              <a:stretch>
                <a:fillRect/>
              </a:stretch>
            </p:blipFill>
            <p:spPr>
              <a:xfrm>
                <a:off x="8131232" y="4654005"/>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5BFA2F11-7520-8238-FA72-DC80C8EFF2FC}"/>
                  </a:ext>
                </a:extLst>
              </p14:cNvPr>
              <p14:cNvContentPartPr/>
              <p14:nvPr/>
            </p14:nvContentPartPr>
            <p14:xfrm>
              <a:off x="8840164" y="5377405"/>
              <a:ext cx="14468" cy="14468"/>
            </p14:xfrm>
          </p:contentPart>
        </mc:Choice>
        <mc:Fallback xmlns="">
          <p:pic>
            <p:nvPicPr>
              <p:cNvPr id="19" name="Ink 18">
                <a:extLst>
                  <a:ext uri="{FF2B5EF4-FFF2-40B4-BE49-F238E27FC236}">
                    <a16:creationId xmlns:a16="http://schemas.microsoft.com/office/drawing/2014/main" id="{5BFA2F11-7520-8238-FA72-DC80C8EFF2FC}"/>
                  </a:ext>
                </a:extLst>
              </p:cNvPr>
              <p:cNvPicPr/>
              <p:nvPr/>
            </p:nvPicPr>
            <p:blipFill>
              <a:blip r:embed="rId4"/>
              <a:stretch>
                <a:fillRect/>
              </a:stretch>
            </p:blipFill>
            <p:spPr>
              <a:xfrm>
                <a:off x="8131232" y="4654005"/>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E2A838FE-29D9-3B9E-12CE-D3F5AC923D0A}"/>
                  </a:ext>
                </a:extLst>
              </p14:cNvPr>
              <p14:cNvContentPartPr/>
              <p14:nvPr/>
            </p14:nvContentPartPr>
            <p14:xfrm>
              <a:off x="8714772" y="5396696"/>
              <a:ext cx="14468" cy="14468"/>
            </p14:xfrm>
          </p:contentPart>
        </mc:Choice>
        <mc:Fallback xmlns="">
          <p:pic>
            <p:nvPicPr>
              <p:cNvPr id="20" name="Ink 19">
                <a:extLst>
                  <a:ext uri="{FF2B5EF4-FFF2-40B4-BE49-F238E27FC236}">
                    <a16:creationId xmlns:a16="http://schemas.microsoft.com/office/drawing/2014/main" id="{E2A838FE-29D9-3B9E-12CE-D3F5AC923D0A}"/>
                  </a:ext>
                </a:extLst>
              </p:cNvPr>
              <p:cNvPicPr/>
              <p:nvPr/>
            </p:nvPicPr>
            <p:blipFill>
              <a:blip r:embed="rId4"/>
              <a:stretch>
                <a:fillRect/>
              </a:stretch>
            </p:blipFill>
            <p:spPr>
              <a:xfrm>
                <a:off x="8005840" y="4673296"/>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859A6389-7B9E-C97F-DE9F-4FF9A7D6CD9B}"/>
                  </a:ext>
                </a:extLst>
              </p14:cNvPr>
              <p14:cNvContentPartPr/>
              <p14:nvPr/>
            </p14:nvContentPartPr>
            <p14:xfrm>
              <a:off x="8714772" y="5396696"/>
              <a:ext cx="14468" cy="14468"/>
            </p14:xfrm>
          </p:contentPart>
        </mc:Choice>
        <mc:Fallback xmlns="">
          <p:pic>
            <p:nvPicPr>
              <p:cNvPr id="21" name="Ink 20">
                <a:extLst>
                  <a:ext uri="{FF2B5EF4-FFF2-40B4-BE49-F238E27FC236}">
                    <a16:creationId xmlns:a16="http://schemas.microsoft.com/office/drawing/2014/main" id="{859A6389-7B9E-C97F-DE9F-4FF9A7D6CD9B}"/>
                  </a:ext>
                </a:extLst>
              </p:cNvPr>
              <p:cNvPicPr/>
              <p:nvPr/>
            </p:nvPicPr>
            <p:blipFill>
              <a:blip r:embed="rId4"/>
              <a:stretch>
                <a:fillRect/>
              </a:stretch>
            </p:blipFill>
            <p:spPr>
              <a:xfrm>
                <a:off x="8005840" y="4673296"/>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A55D7939-680F-DED3-A659-3BCA80AAEE93}"/>
                  </a:ext>
                </a:extLst>
              </p14:cNvPr>
              <p14:cNvContentPartPr/>
              <p14:nvPr/>
            </p14:nvContentPartPr>
            <p14:xfrm>
              <a:off x="8676190" y="5483506"/>
              <a:ext cx="14468" cy="14468"/>
            </p14:xfrm>
          </p:contentPart>
        </mc:Choice>
        <mc:Fallback xmlns="">
          <p:pic>
            <p:nvPicPr>
              <p:cNvPr id="23" name="Ink 22">
                <a:extLst>
                  <a:ext uri="{FF2B5EF4-FFF2-40B4-BE49-F238E27FC236}">
                    <a16:creationId xmlns:a16="http://schemas.microsoft.com/office/drawing/2014/main" id="{A55D7939-680F-DED3-A659-3BCA80AAEE93}"/>
                  </a:ext>
                </a:extLst>
              </p:cNvPr>
              <p:cNvPicPr/>
              <p:nvPr/>
            </p:nvPicPr>
            <p:blipFill>
              <a:blip r:embed="rId4"/>
              <a:stretch>
                <a:fillRect/>
              </a:stretch>
            </p:blipFill>
            <p:spPr>
              <a:xfrm>
                <a:off x="7967258" y="4760106"/>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41C9CDA4-B03D-8279-26F0-FCE6E4C1BE30}"/>
                  </a:ext>
                </a:extLst>
              </p14:cNvPr>
              <p14:cNvContentPartPr/>
              <p14:nvPr/>
            </p14:nvContentPartPr>
            <p14:xfrm>
              <a:off x="8676190" y="5483506"/>
              <a:ext cx="14468" cy="14468"/>
            </p14:xfrm>
          </p:contentPart>
        </mc:Choice>
        <mc:Fallback xmlns="">
          <p:pic>
            <p:nvPicPr>
              <p:cNvPr id="24" name="Ink 23">
                <a:extLst>
                  <a:ext uri="{FF2B5EF4-FFF2-40B4-BE49-F238E27FC236}">
                    <a16:creationId xmlns:a16="http://schemas.microsoft.com/office/drawing/2014/main" id="{41C9CDA4-B03D-8279-26F0-FCE6E4C1BE30}"/>
                  </a:ext>
                </a:extLst>
              </p:cNvPr>
              <p:cNvPicPr/>
              <p:nvPr/>
            </p:nvPicPr>
            <p:blipFill>
              <a:blip r:embed="rId4"/>
              <a:stretch>
                <a:fillRect/>
              </a:stretch>
            </p:blipFill>
            <p:spPr>
              <a:xfrm>
                <a:off x="7967258" y="4760106"/>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Ink 24">
                <a:extLst>
                  <a:ext uri="{FF2B5EF4-FFF2-40B4-BE49-F238E27FC236}">
                    <a16:creationId xmlns:a16="http://schemas.microsoft.com/office/drawing/2014/main" id="{133E083C-65EE-ABD4-2EC7-3E201D531D2F}"/>
                  </a:ext>
                </a:extLst>
              </p14:cNvPr>
              <p14:cNvContentPartPr/>
              <p14:nvPr/>
            </p14:nvContentPartPr>
            <p14:xfrm>
              <a:off x="8849810" y="5396696"/>
              <a:ext cx="14468" cy="14468"/>
            </p14:xfrm>
          </p:contentPart>
        </mc:Choice>
        <mc:Fallback xmlns="">
          <p:pic>
            <p:nvPicPr>
              <p:cNvPr id="25" name="Ink 24">
                <a:extLst>
                  <a:ext uri="{FF2B5EF4-FFF2-40B4-BE49-F238E27FC236}">
                    <a16:creationId xmlns:a16="http://schemas.microsoft.com/office/drawing/2014/main" id="{133E083C-65EE-ABD4-2EC7-3E201D531D2F}"/>
                  </a:ext>
                </a:extLst>
              </p:cNvPr>
              <p:cNvPicPr/>
              <p:nvPr/>
            </p:nvPicPr>
            <p:blipFill>
              <a:blip r:embed="rId4"/>
              <a:stretch>
                <a:fillRect/>
              </a:stretch>
            </p:blipFill>
            <p:spPr>
              <a:xfrm>
                <a:off x="8126410" y="4673296"/>
                <a:ext cx="1446800" cy="1446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6" name="Ink 25">
                <a:extLst>
                  <a:ext uri="{FF2B5EF4-FFF2-40B4-BE49-F238E27FC236}">
                    <a16:creationId xmlns:a16="http://schemas.microsoft.com/office/drawing/2014/main" id="{420F7E96-8DBE-B9B2-C6F9-016955D5068B}"/>
                  </a:ext>
                </a:extLst>
              </p14:cNvPr>
              <p14:cNvContentPartPr/>
              <p14:nvPr/>
            </p14:nvContentPartPr>
            <p14:xfrm>
              <a:off x="13063483" y="416034"/>
              <a:ext cx="13137" cy="13137"/>
            </p14:xfrm>
          </p:contentPart>
        </mc:Choice>
        <mc:Fallback xmlns="">
          <p:pic>
            <p:nvPicPr>
              <p:cNvPr id="26" name="Ink 25">
                <a:extLst>
                  <a:ext uri="{FF2B5EF4-FFF2-40B4-BE49-F238E27FC236}">
                    <a16:creationId xmlns:a16="http://schemas.microsoft.com/office/drawing/2014/main" id="{420F7E96-8DBE-B9B2-C6F9-016955D5068B}"/>
                  </a:ext>
                </a:extLst>
              </p:cNvPr>
              <p:cNvPicPr/>
              <p:nvPr/>
            </p:nvPicPr>
            <p:blipFill>
              <a:blip r:embed="rId4"/>
              <a:stretch>
                <a:fillRect/>
              </a:stretch>
            </p:blipFill>
            <p:spPr>
              <a:xfrm>
                <a:off x="12419770" y="-240816"/>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4922E90E-FE92-0647-32BF-06EE1B63BAEC}"/>
                  </a:ext>
                </a:extLst>
              </p14:cNvPr>
              <p14:cNvContentPartPr/>
              <p14:nvPr/>
            </p14:nvContentPartPr>
            <p14:xfrm>
              <a:off x="11968655" y="468586"/>
              <a:ext cx="13137" cy="13137"/>
            </p14:xfrm>
          </p:contentPart>
        </mc:Choice>
        <mc:Fallback xmlns="">
          <p:pic>
            <p:nvPicPr>
              <p:cNvPr id="27" name="Ink 26">
                <a:extLst>
                  <a:ext uri="{FF2B5EF4-FFF2-40B4-BE49-F238E27FC236}">
                    <a16:creationId xmlns:a16="http://schemas.microsoft.com/office/drawing/2014/main" id="{4922E90E-FE92-0647-32BF-06EE1B63BAEC}"/>
                  </a:ext>
                </a:extLst>
              </p:cNvPr>
              <p:cNvPicPr/>
              <p:nvPr/>
            </p:nvPicPr>
            <p:blipFill>
              <a:blip r:embed="rId4"/>
              <a:stretch>
                <a:fillRect/>
              </a:stretch>
            </p:blipFill>
            <p:spPr>
              <a:xfrm>
                <a:off x="11324942" y="-175127"/>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8" name="Ink 27">
                <a:extLst>
                  <a:ext uri="{FF2B5EF4-FFF2-40B4-BE49-F238E27FC236}">
                    <a16:creationId xmlns:a16="http://schemas.microsoft.com/office/drawing/2014/main" id="{54C23368-FF0A-D579-FCA8-EE2F4423C45E}"/>
                  </a:ext>
                </a:extLst>
              </p14:cNvPr>
              <p14:cNvContentPartPr/>
              <p14:nvPr/>
            </p14:nvContentPartPr>
            <p14:xfrm>
              <a:off x="13221138" y="2132724"/>
              <a:ext cx="13137" cy="13137"/>
            </p14:xfrm>
          </p:contentPart>
        </mc:Choice>
        <mc:Fallback xmlns="">
          <p:pic>
            <p:nvPicPr>
              <p:cNvPr id="28" name="Ink 27">
                <a:extLst>
                  <a:ext uri="{FF2B5EF4-FFF2-40B4-BE49-F238E27FC236}">
                    <a16:creationId xmlns:a16="http://schemas.microsoft.com/office/drawing/2014/main" id="{54C23368-FF0A-D579-FCA8-EE2F4423C45E}"/>
                  </a:ext>
                </a:extLst>
              </p:cNvPr>
              <p:cNvPicPr/>
              <p:nvPr/>
            </p:nvPicPr>
            <p:blipFill>
              <a:blip r:embed="rId4"/>
              <a:stretch>
                <a:fillRect/>
              </a:stretch>
            </p:blipFill>
            <p:spPr>
              <a:xfrm>
                <a:off x="12564288" y="1475874"/>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07105B93-9BBA-CC1C-ED5F-0807A73C5613}"/>
                  </a:ext>
                </a:extLst>
              </p14:cNvPr>
              <p14:cNvContentPartPr/>
              <p14:nvPr/>
            </p14:nvContentPartPr>
            <p14:xfrm>
              <a:off x="13221138" y="2132724"/>
              <a:ext cx="13137" cy="13137"/>
            </p14:xfrm>
          </p:contentPart>
        </mc:Choice>
        <mc:Fallback xmlns="">
          <p:pic>
            <p:nvPicPr>
              <p:cNvPr id="29" name="Ink 28">
                <a:extLst>
                  <a:ext uri="{FF2B5EF4-FFF2-40B4-BE49-F238E27FC236}">
                    <a16:creationId xmlns:a16="http://schemas.microsoft.com/office/drawing/2014/main" id="{07105B93-9BBA-CC1C-ED5F-0807A73C5613}"/>
                  </a:ext>
                </a:extLst>
              </p:cNvPr>
              <p:cNvPicPr/>
              <p:nvPr/>
            </p:nvPicPr>
            <p:blipFill>
              <a:blip r:embed="rId4"/>
              <a:stretch>
                <a:fillRect/>
              </a:stretch>
            </p:blipFill>
            <p:spPr>
              <a:xfrm>
                <a:off x="12564288" y="1475874"/>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0" name="Ink 29">
                <a:extLst>
                  <a:ext uri="{FF2B5EF4-FFF2-40B4-BE49-F238E27FC236}">
                    <a16:creationId xmlns:a16="http://schemas.microsoft.com/office/drawing/2014/main" id="{03CDE621-EF86-35AB-E351-38971A8495AB}"/>
                  </a:ext>
                </a:extLst>
              </p14:cNvPr>
              <p14:cNvContentPartPr/>
              <p14:nvPr/>
            </p14:nvContentPartPr>
            <p14:xfrm>
              <a:off x="13221138" y="2132724"/>
              <a:ext cx="13137" cy="13137"/>
            </p14:xfrm>
          </p:contentPart>
        </mc:Choice>
        <mc:Fallback xmlns="">
          <p:pic>
            <p:nvPicPr>
              <p:cNvPr id="30" name="Ink 29">
                <a:extLst>
                  <a:ext uri="{FF2B5EF4-FFF2-40B4-BE49-F238E27FC236}">
                    <a16:creationId xmlns:a16="http://schemas.microsoft.com/office/drawing/2014/main" id="{03CDE621-EF86-35AB-E351-38971A8495AB}"/>
                  </a:ext>
                </a:extLst>
              </p:cNvPr>
              <p:cNvPicPr/>
              <p:nvPr/>
            </p:nvPicPr>
            <p:blipFill>
              <a:blip r:embed="rId4"/>
              <a:stretch>
                <a:fillRect/>
              </a:stretch>
            </p:blipFill>
            <p:spPr>
              <a:xfrm>
                <a:off x="12564288" y="1475874"/>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 name="Ink 30">
                <a:extLst>
                  <a:ext uri="{FF2B5EF4-FFF2-40B4-BE49-F238E27FC236}">
                    <a16:creationId xmlns:a16="http://schemas.microsoft.com/office/drawing/2014/main" id="{5309840A-0002-9B54-6241-48AA2F45146E}"/>
                  </a:ext>
                </a:extLst>
              </p14:cNvPr>
              <p14:cNvContentPartPr/>
              <p14:nvPr/>
            </p14:nvContentPartPr>
            <p14:xfrm>
              <a:off x="12984655" y="310931"/>
              <a:ext cx="13137" cy="13137"/>
            </p14:xfrm>
          </p:contentPart>
        </mc:Choice>
        <mc:Fallback xmlns="">
          <p:pic>
            <p:nvPicPr>
              <p:cNvPr id="31" name="Ink 30">
                <a:extLst>
                  <a:ext uri="{FF2B5EF4-FFF2-40B4-BE49-F238E27FC236}">
                    <a16:creationId xmlns:a16="http://schemas.microsoft.com/office/drawing/2014/main" id="{5309840A-0002-9B54-6241-48AA2F45146E}"/>
                  </a:ext>
                </a:extLst>
              </p:cNvPr>
              <p:cNvPicPr/>
              <p:nvPr/>
            </p:nvPicPr>
            <p:blipFill>
              <a:blip r:embed="rId4"/>
              <a:stretch>
                <a:fillRect/>
              </a:stretch>
            </p:blipFill>
            <p:spPr>
              <a:xfrm>
                <a:off x="12340942" y="-345919"/>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78EB3F7D-74BC-7DC9-C456-BD7942F07776}"/>
                  </a:ext>
                </a:extLst>
              </p14:cNvPr>
              <p14:cNvContentPartPr/>
              <p14:nvPr/>
            </p14:nvContentPartPr>
            <p14:xfrm>
              <a:off x="11303000" y="1274379"/>
              <a:ext cx="13137" cy="13137"/>
            </p14:xfrm>
          </p:contentPart>
        </mc:Choice>
        <mc:Fallback xmlns="">
          <p:pic>
            <p:nvPicPr>
              <p:cNvPr id="32" name="Ink 31">
                <a:extLst>
                  <a:ext uri="{FF2B5EF4-FFF2-40B4-BE49-F238E27FC236}">
                    <a16:creationId xmlns:a16="http://schemas.microsoft.com/office/drawing/2014/main" id="{78EB3F7D-74BC-7DC9-C456-BD7942F07776}"/>
                  </a:ext>
                </a:extLst>
              </p:cNvPr>
              <p:cNvPicPr/>
              <p:nvPr/>
            </p:nvPicPr>
            <p:blipFill>
              <a:blip r:embed="rId4"/>
              <a:stretch>
                <a:fillRect/>
              </a:stretch>
            </p:blipFill>
            <p:spPr>
              <a:xfrm>
                <a:off x="10646150" y="630666"/>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59BF3D32-DFD4-A985-15D7-EB7BC91C680B}"/>
                  </a:ext>
                </a:extLst>
              </p14:cNvPr>
              <p14:cNvContentPartPr/>
              <p14:nvPr/>
            </p14:nvContentPartPr>
            <p14:xfrm>
              <a:off x="11101551" y="4672724"/>
              <a:ext cx="13137" cy="13137"/>
            </p14:xfrm>
          </p:contentPart>
        </mc:Choice>
        <mc:Fallback xmlns="">
          <p:pic>
            <p:nvPicPr>
              <p:cNvPr id="33" name="Ink 32">
                <a:extLst>
                  <a:ext uri="{FF2B5EF4-FFF2-40B4-BE49-F238E27FC236}">
                    <a16:creationId xmlns:a16="http://schemas.microsoft.com/office/drawing/2014/main" id="{59BF3D32-DFD4-A985-15D7-EB7BC91C680B}"/>
                  </a:ext>
                </a:extLst>
              </p:cNvPr>
              <p:cNvPicPr/>
              <p:nvPr/>
            </p:nvPicPr>
            <p:blipFill>
              <a:blip r:embed="rId4"/>
              <a:stretch>
                <a:fillRect/>
              </a:stretch>
            </p:blipFill>
            <p:spPr>
              <a:xfrm>
                <a:off x="10444701" y="4029011"/>
                <a:ext cx="1313700" cy="13137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4" name="Ink 33">
                <a:extLst>
                  <a:ext uri="{FF2B5EF4-FFF2-40B4-BE49-F238E27FC236}">
                    <a16:creationId xmlns:a16="http://schemas.microsoft.com/office/drawing/2014/main" id="{44AFD753-4985-56D8-5CEF-40FE5D5CB4BA}"/>
                  </a:ext>
                </a:extLst>
              </p14:cNvPr>
              <p14:cNvContentPartPr/>
              <p14:nvPr/>
            </p14:nvContentPartPr>
            <p14:xfrm>
              <a:off x="12800724" y="3157483"/>
              <a:ext cx="13137" cy="13137"/>
            </p14:xfrm>
          </p:contentPart>
        </mc:Choice>
        <mc:Fallback xmlns="">
          <p:pic>
            <p:nvPicPr>
              <p:cNvPr id="34" name="Ink 33">
                <a:extLst>
                  <a:ext uri="{FF2B5EF4-FFF2-40B4-BE49-F238E27FC236}">
                    <a16:creationId xmlns:a16="http://schemas.microsoft.com/office/drawing/2014/main" id="{44AFD753-4985-56D8-5CEF-40FE5D5CB4BA}"/>
                  </a:ext>
                </a:extLst>
              </p:cNvPr>
              <p:cNvPicPr/>
              <p:nvPr/>
            </p:nvPicPr>
            <p:blipFill>
              <a:blip r:embed="rId4"/>
              <a:stretch>
                <a:fillRect/>
              </a:stretch>
            </p:blipFill>
            <p:spPr>
              <a:xfrm>
                <a:off x="12143874" y="2513770"/>
                <a:ext cx="1313700" cy="1313700"/>
              </a:xfrm>
              <a:prstGeom prst="rect">
                <a:avLst/>
              </a:prstGeom>
            </p:spPr>
          </p:pic>
        </mc:Fallback>
      </mc:AlternateContent>
    </p:spTree>
    <p:extLst>
      <p:ext uri="{BB962C8B-B14F-4D97-AF65-F5344CB8AC3E}">
        <p14:creationId xmlns:p14="http://schemas.microsoft.com/office/powerpoint/2010/main" val="2869504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Grocery_Store_Management_Presentation</Template>
  <TotalTime>1</TotalTime>
  <Words>621</Words>
  <Application>Microsoft Office PowerPoint</Application>
  <PresentationFormat>Widescreen</PresentationFormat>
  <Paragraphs>58</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Roboto Mono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vijayrao.nani@gmail.com</dc:creator>
  <cp:lastModifiedBy>ABHINAV ANAND</cp:lastModifiedBy>
  <cp:revision>53</cp:revision>
  <dcterms:created xsi:type="dcterms:W3CDTF">2026-05-18T09:59:26Z</dcterms:created>
  <dcterms:modified xsi:type="dcterms:W3CDTF">2026-05-19T07:19:50Z</dcterms:modified>
</cp:coreProperties>
</file>